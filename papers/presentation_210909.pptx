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3"/>
  </p:sldMasterIdLst>
  <p:notesMasterIdLst>
    <p:notesMasterId r:id="rId40"/>
  </p:notesMasterIdLst>
  <p:handoutMasterIdLst>
    <p:handoutMasterId r:id="rId41"/>
  </p:handoutMasterIdLst>
  <p:sldIdLst>
    <p:sldId id="256" r:id="rId4"/>
    <p:sldId id="257" r:id="rId5"/>
    <p:sldId id="258" r:id="rId6"/>
    <p:sldId id="319" r:id="rId7"/>
    <p:sldId id="259" r:id="rId8"/>
    <p:sldId id="309" r:id="rId9"/>
    <p:sldId id="260" r:id="rId10"/>
    <p:sldId id="329" r:id="rId11"/>
    <p:sldId id="330" r:id="rId12"/>
    <p:sldId id="312" r:id="rId13"/>
    <p:sldId id="313" r:id="rId14"/>
    <p:sldId id="331" r:id="rId15"/>
    <p:sldId id="277" r:id="rId16"/>
    <p:sldId id="332" r:id="rId17"/>
    <p:sldId id="334" r:id="rId18"/>
    <p:sldId id="316" r:id="rId19"/>
    <p:sldId id="336" r:id="rId20"/>
    <p:sldId id="348" r:id="rId21"/>
    <p:sldId id="335" r:id="rId22"/>
    <p:sldId id="349" r:id="rId23"/>
    <p:sldId id="339" r:id="rId24"/>
    <p:sldId id="337" r:id="rId25"/>
    <p:sldId id="338" r:id="rId26"/>
    <p:sldId id="345" r:id="rId27"/>
    <p:sldId id="346" r:id="rId28"/>
    <p:sldId id="347" r:id="rId29"/>
    <p:sldId id="350" r:id="rId30"/>
    <p:sldId id="351" r:id="rId31"/>
    <p:sldId id="352" r:id="rId32"/>
    <p:sldId id="354" r:id="rId33"/>
    <p:sldId id="353" r:id="rId34"/>
    <p:sldId id="340" r:id="rId35"/>
    <p:sldId id="342" r:id="rId36"/>
    <p:sldId id="343" r:id="rId37"/>
    <p:sldId id="344" r:id="rId38"/>
    <p:sldId id="328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0806"/>
    <a:srgbClr val="00FF78"/>
    <a:srgbClr val="7979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9D610A-4697-2946-A792-D7F28A8615D6}" v="6" dt="2021-09-24T01:09:55.0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72"/>
  </p:normalViewPr>
  <p:slideViewPr>
    <p:cSldViewPr snapToGrid="0" snapToObjects="1">
      <p:cViewPr varScale="1">
        <p:scale>
          <a:sx n="176" d="100"/>
          <a:sy n="176" d="100"/>
        </p:scale>
        <p:origin x="2568" y="2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4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viewProps" Target="view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microsoft.com/office/2016/11/relationships/changesInfo" Target="changesInfos/changesInfo1.xml"/><Relationship Id="rId20" Type="http://schemas.openxmlformats.org/officeDocument/2006/relationships/slide" Target="slides/slide17.xml"/><Relationship Id="rId41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ong, Nathanael Zhixin" userId="fc332088-c715-4bb6-b21f-69ae66f6c31c" providerId="ADAL" clId="{7C9D610A-4697-2946-A792-D7F28A8615D6}"/>
    <pc:docChg chg="undo custSel addSld delSld modSld sldOrd">
      <pc:chgData name="Wong, Nathanael Zhixin" userId="fc332088-c715-4bb6-b21f-69ae66f6c31c" providerId="ADAL" clId="{7C9D610A-4697-2946-A792-D7F28A8615D6}" dt="2021-09-24T01:09:54.990" v="3636" actId="18331"/>
      <pc:docMkLst>
        <pc:docMk/>
      </pc:docMkLst>
      <pc:sldChg chg="modSp mod">
        <pc:chgData name="Wong, Nathanael Zhixin" userId="fc332088-c715-4bb6-b21f-69ae66f6c31c" providerId="ADAL" clId="{7C9D610A-4697-2946-A792-D7F28A8615D6}" dt="2021-09-09T16:08:12.506" v="3469" actId="114"/>
        <pc:sldMkLst>
          <pc:docMk/>
          <pc:sldMk cId="258470974" sldId="260"/>
        </pc:sldMkLst>
        <pc:spChg chg="mod">
          <ac:chgData name="Wong, Nathanael Zhixin" userId="fc332088-c715-4bb6-b21f-69ae66f6c31c" providerId="ADAL" clId="{7C9D610A-4697-2946-A792-D7F28A8615D6}" dt="2021-09-09T16:08:12.506" v="3469" actId="114"/>
          <ac:spMkLst>
            <pc:docMk/>
            <pc:sldMk cId="258470974" sldId="260"/>
            <ac:spMk id="3" creationId="{93BC8995-C941-4641-BC38-9991B671D7E5}"/>
          </ac:spMkLst>
        </pc:spChg>
      </pc:sldChg>
      <pc:sldChg chg="modSp add mod">
        <pc:chgData name="Wong, Nathanael Zhixin" userId="fc332088-c715-4bb6-b21f-69ae66f6c31c" providerId="ADAL" clId="{7C9D610A-4697-2946-A792-D7F28A8615D6}" dt="2021-09-07T19:52:54.508" v="592" actId="20577"/>
        <pc:sldMkLst>
          <pc:docMk/>
          <pc:sldMk cId="466713185" sldId="277"/>
        </pc:sldMkLst>
        <pc:spChg chg="mod">
          <ac:chgData name="Wong, Nathanael Zhixin" userId="fc332088-c715-4bb6-b21f-69ae66f6c31c" providerId="ADAL" clId="{7C9D610A-4697-2946-A792-D7F28A8615D6}" dt="2021-09-07T19:52:54.508" v="592" actId="20577"/>
          <ac:spMkLst>
            <pc:docMk/>
            <pc:sldMk cId="466713185" sldId="277"/>
            <ac:spMk id="3" creationId="{4B2F9EDD-DE7B-354A-9F23-0ABA7833DA0E}"/>
          </ac:spMkLst>
        </pc:spChg>
      </pc:sldChg>
      <pc:sldChg chg="modSp mod">
        <pc:chgData name="Wong, Nathanael Zhixin" userId="fc332088-c715-4bb6-b21f-69ae66f6c31c" providerId="ADAL" clId="{7C9D610A-4697-2946-A792-D7F28A8615D6}" dt="2021-09-07T20:42:47.129" v="2127" actId="20577"/>
        <pc:sldMkLst>
          <pc:docMk/>
          <pc:sldMk cId="2636357765" sldId="309"/>
        </pc:sldMkLst>
        <pc:spChg chg="mod">
          <ac:chgData name="Wong, Nathanael Zhixin" userId="fc332088-c715-4bb6-b21f-69ae66f6c31c" providerId="ADAL" clId="{7C9D610A-4697-2946-A792-D7F28A8615D6}" dt="2021-09-07T20:42:47.129" v="2127" actId="20577"/>
          <ac:spMkLst>
            <pc:docMk/>
            <pc:sldMk cId="2636357765" sldId="309"/>
            <ac:spMk id="3" creationId="{66C0C731-7BC2-374F-AC52-AE37EC4D643A}"/>
          </ac:spMkLst>
        </pc:spChg>
      </pc:sldChg>
      <pc:sldChg chg="modSp mod">
        <pc:chgData name="Wong, Nathanael Zhixin" userId="fc332088-c715-4bb6-b21f-69ae66f6c31c" providerId="ADAL" clId="{7C9D610A-4697-2946-A792-D7F28A8615D6}" dt="2021-09-09T16:11:38.861" v="3549" actId="20577"/>
        <pc:sldMkLst>
          <pc:docMk/>
          <pc:sldMk cId="458378851" sldId="312"/>
        </pc:sldMkLst>
        <pc:spChg chg="mod">
          <ac:chgData name="Wong, Nathanael Zhixin" userId="fc332088-c715-4bb6-b21f-69ae66f6c31c" providerId="ADAL" clId="{7C9D610A-4697-2946-A792-D7F28A8615D6}" dt="2021-09-09T16:11:38.861" v="3549" actId="20577"/>
          <ac:spMkLst>
            <pc:docMk/>
            <pc:sldMk cId="458378851" sldId="312"/>
            <ac:spMk id="3" creationId="{F0620169-4AD5-B543-9D09-93550F9984BB}"/>
          </ac:spMkLst>
        </pc:spChg>
      </pc:sldChg>
      <pc:sldChg chg="addSp delSp modSp mod chgLayout">
        <pc:chgData name="Wong, Nathanael Zhixin" userId="fc332088-c715-4bb6-b21f-69ae66f6c31c" providerId="ADAL" clId="{7C9D610A-4697-2946-A792-D7F28A8615D6}" dt="2021-09-07T19:39:28.235" v="153" actId="700"/>
        <pc:sldMkLst>
          <pc:docMk/>
          <pc:sldMk cId="3865794895" sldId="313"/>
        </pc:sldMkLst>
        <pc:spChg chg="mod ord">
          <ac:chgData name="Wong, Nathanael Zhixin" userId="fc332088-c715-4bb6-b21f-69ae66f6c31c" providerId="ADAL" clId="{7C9D610A-4697-2946-A792-D7F28A8615D6}" dt="2021-09-07T19:39:28.235" v="153" actId="700"/>
          <ac:spMkLst>
            <pc:docMk/>
            <pc:sldMk cId="3865794895" sldId="313"/>
            <ac:spMk id="2" creationId="{9BB08573-79A7-8649-B468-0B64ECFAF128}"/>
          </ac:spMkLst>
        </pc:spChg>
        <pc:spChg chg="add del mod ord">
          <ac:chgData name="Wong, Nathanael Zhixin" userId="fc332088-c715-4bb6-b21f-69ae66f6c31c" providerId="ADAL" clId="{7C9D610A-4697-2946-A792-D7F28A8615D6}" dt="2021-09-07T19:36:04.311" v="113" actId="478"/>
          <ac:spMkLst>
            <pc:docMk/>
            <pc:sldMk cId="3865794895" sldId="313"/>
            <ac:spMk id="3" creationId="{21E0FAFB-2DC2-CD47-BDC6-A9AA8B7DDF3B}"/>
          </ac:spMkLst>
        </pc:spChg>
        <pc:spChg chg="add del mod ord">
          <ac:chgData name="Wong, Nathanael Zhixin" userId="fc332088-c715-4bb6-b21f-69ae66f6c31c" providerId="ADAL" clId="{7C9D610A-4697-2946-A792-D7F28A8615D6}" dt="2021-09-07T19:37:28.614" v="134"/>
          <ac:spMkLst>
            <pc:docMk/>
            <pc:sldMk cId="3865794895" sldId="313"/>
            <ac:spMk id="4" creationId="{AE385270-D97F-D745-BCB5-27C34E43E804}"/>
          </ac:spMkLst>
        </pc:spChg>
        <pc:spChg chg="mod">
          <ac:chgData name="Wong, Nathanael Zhixin" userId="fc332088-c715-4bb6-b21f-69ae66f6c31c" providerId="ADAL" clId="{7C9D610A-4697-2946-A792-D7F28A8615D6}" dt="2021-09-07T19:37:46.743" v="138" actId="14100"/>
          <ac:spMkLst>
            <pc:docMk/>
            <pc:sldMk cId="3865794895" sldId="313"/>
            <ac:spMk id="9" creationId="{BA1651DC-5CA4-7C46-8FB9-63C8837A815F}"/>
          </ac:spMkLst>
        </pc:spChg>
        <pc:spChg chg="mod">
          <ac:chgData name="Wong, Nathanael Zhixin" userId="fc332088-c715-4bb6-b21f-69ae66f6c31c" providerId="ADAL" clId="{7C9D610A-4697-2946-A792-D7F28A8615D6}" dt="2021-09-07T19:36:14.899" v="115" actId="1076"/>
          <ac:spMkLst>
            <pc:docMk/>
            <pc:sldMk cId="3865794895" sldId="313"/>
            <ac:spMk id="15" creationId="{1D68AD0B-BD31-B248-9923-A9A2FEE39C31}"/>
          </ac:spMkLst>
        </pc:spChg>
        <pc:spChg chg="mod">
          <ac:chgData name="Wong, Nathanael Zhixin" userId="fc332088-c715-4bb6-b21f-69ae66f6c31c" providerId="ADAL" clId="{7C9D610A-4697-2946-A792-D7F28A8615D6}" dt="2021-09-07T19:36:14.899" v="115" actId="1076"/>
          <ac:spMkLst>
            <pc:docMk/>
            <pc:sldMk cId="3865794895" sldId="313"/>
            <ac:spMk id="16" creationId="{64D37E85-4D22-9B46-B242-D83B4D12E17C}"/>
          </ac:spMkLst>
        </pc:spChg>
        <pc:spChg chg="mod">
          <ac:chgData name="Wong, Nathanael Zhixin" userId="fc332088-c715-4bb6-b21f-69ae66f6c31c" providerId="ADAL" clId="{7C9D610A-4697-2946-A792-D7F28A8615D6}" dt="2021-09-07T19:36:14.899" v="115" actId="1076"/>
          <ac:spMkLst>
            <pc:docMk/>
            <pc:sldMk cId="3865794895" sldId="313"/>
            <ac:spMk id="17" creationId="{18418ABF-3EA2-764D-AF24-29C05ECF0D22}"/>
          </ac:spMkLst>
        </pc:spChg>
        <pc:spChg chg="mod">
          <ac:chgData name="Wong, Nathanael Zhixin" userId="fc332088-c715-4bb6-b21f-69ae66f6c31c" providerId="ADAL" clId="{7C9D610A-4697-2946-A792-D7F28A8615D6}" dt="2021-09-07T19:36:14.899" v="115" actId="1076"/>
          <ac:spMkLst>
            <pc:docMk/>
            <pc:sldMk cId="3865794895" sldId="313"/>
            <ac:spMk id="18" creationId="{C2F2D5A6-4CEF-3C41-9B0C-B4DA624DE9D2}"/>
          </ac:spMkLst>
        </pc:spChg>
        <pc:spChg chg="mod">
          <ac:chgData name="Wong, Nathanael Zhixin" userId="fc332088-c715-4bb6-b21f-69ae66f6c31c" providerId="ADAL" clId="{7C9D610A-4697-2946-A792-D7F28A8615D6}" dt="2021-09-07T19:36:14.899" v="115" actId="1076"/>
          <ac:spMkLst>
            <pc:docMk/>
            <pc:sldMk cId="3865794895" sldId="313"/>
            <ac:spMk id="23" creationId="{45503221-3CC4-3843-8592-283D783A61D7}"/>
          </ac:spMkLst>
        </pc:spChg>
        <pc:spChg chg="mod">
          <ac:chgData name="Wong, Nathanael Zhixin" userId="fc332088-c715-4bb6-b21f-69ae66f6c31c" providerId="ADAL" clId="{7C9D610A-4697-2946-A792-D7F28A8615D6}" dt="2021-09-07T19:36:14.899" v="115" actId="1076"/>
          <ac:spMkLst>
            <pc:docMk/>
            <pc:sldMk cId="3865794895" sldId="313"/>
            <ac:spMk id="24" creationId="{D128C8CC-51B9-2343-9E83-DD17D977ED9E}"/>
          </ac:spMkLst>
        </pc:spChg>
        <pc:spChg chg="mod">
          <ac:chgData name="Wong, Nathanael Zhixin" userId="fc332088-c715-4bb6-b21f-69ae66f6c31c" providerId="ADAL" clId="{7C9D610A-4697-2946-A792-D7F28A8615D6}" dt="2021-09-07T19:36:56.830" v="121" actId="1076"/>
          <ac:spMkLst>
            <pc:docMk/>
            <pc:sldMk cId="3865794895" sldId="313"/>
            <ac:spMk id="31" creationId="{92A61B63-F351-E04E-9441-7A63AF422164}"/>
          </ac:spMkLst>
        </pc:spChg>
        <pc:spChg chg="add del mod ord">
          <ac:chgData name="Wong, Nathanael Zhixin" userId="fc332088-c715-4bb6-b21f-69ae66f6c31c" providerId="ADAL" clId="{7C9D610A-4697-2946-A792-D7F28A8615D6}" dt="2021-09-07T19:39:28.235" v="153" actId="700"/>
          <ac:spMkLst>
            <pc:docMk/>
            <pc:sldMk cId="3865794895" sldId="313"/>
            <ac:spMk id="32" creationId="{D7125957-404D-EE44-814E-C0FD947E9309}"/>
          </ac:spMkLst>
        </pc:spChg>
        <pc:spChg chg="mod">
          <ac:chgData name="Wong, Nathanael Zhixin" userId="fc332088-c715-4bb6-b21f-69ae66f6c31c" providerId="ADAL" clId="{7C9D610A-4697-2946-A792-D7F28A8615D6}" dt="2021-09-07T19:38:33.141" v="149"/>
          <ac:spMkLst>
            <pc:docMk/>
            <pc:sldMk cId="3865794895" sldId="313"/>
            <ac:spMk id="40" creationId="{6AF37756-BB8E-6C4C-A41A-445148606FCA}"/>
          </ac:spMkLst>
        </pc:spChg>
        <pc:spChg chg="mod">
          <ac:chgData name="Wong, Nathanael Zhixin" userId="fc332088-c715-4bb6-b21f-69ae66f6c31c" providerId="ADAL" clId="{7C9D610A-4697-2946-A792-D7F28A8615D6}" dt="2021-09-07T19:38:33.141" v="149"/>
          <ac:spMkLst>
            <pc:docMk/>
            <pc:sldMk cId="3865794895" sldId="313"/>
            <ac:spMk id="41" creationId="{547F1C79-CE8E-144C-B531-919FC6DF5339}"/>
          </ac:spMkLst>
        </pc:spChg>
        <pc:spChg chg="del">
          <ac:chgData name="Wong, Nathanael Zhixin" userId="fc332088-c715-4bb6-b21f-69ae66f6c31c" providerId="ADAL" clId="{7C9D610A-4697-2946-A792-D7F28A8615D6}" dt="2021-09-07T19:33:35.679" v="84" actId="478"/>
          <ac:spMkLst>
            <pc:docMk/>
            <pc:sldMk cId="3865794895" sldId="313"/>
            <ac:spMk id="42" creationId="{9ADEC5B5-35FA-9347-B2D1-BD843CDEBC35}"/>
          </ac:spMkLst>
        </pc:spChg>
        <pc:spChg chg="mod">
          <ac:chgData name="Wong, Nathanael Zhixin" userId="fc332088-c715-4bb6-b21f-69ae66f6c31c" providerId="ADAL" clId="{7C9D610A-4697-2946-A792-D7F28A8615D6}" dt="2021-09-07T19:38:21.551" v="146" actId="1076"/>
          <ac:spMkLst>
            <pc:docMk/>
            <pc:sldMk cId="3865794895" sldId="313"/>
            <ac:spMk id="43" creationId="{632163E6-9975-C745-9DEA-91BA741B6B3F}"/>
          </ac:spMkLst>
        </pc:spChg>
        <pc:spChg chg="mod">
          <ac:chgData name="Wong, Nathanael Zhixin" userId="fc332088-c715-4bb6-b21f-69ae66f6c31c" providerId="ADAL" clId="{7C9D610A-4697-2946-A792-D7F28A8615D6}" dt="2021-09-07T19:36:38.073" v="120" actId="1076"/>
          <ac:spMkLst>
            <pc:docMk/>
            <pc:sldMk cId="3865794895" sldId="313"/>
            <ac:spMk id="44" creationId="{458BFF80-FD79-3D49-8E47-8B092F134491}"/>
          </ac:spMkLst>
        </pc:spChg>
        <pc:spChg chg="mod">
          <ac:chgData name="Wong, Nathanael Zhixin" userId="fc332088-c715-4bb6-b21f-69ae66f6c31c" providerId="ADAL" clId="{7C9D610A-4697-2946-A792-D7F28A8615D6}" dt="2021-09-07T19:36:14.899" v="115" actId="1076"/>
          <ac:spMkLst>
            <pc:docMk/>
            <pc:sldMk cId="3865794895" sldId="313"/>
            <ac:spMk id="45" creationId="{ABEA3C9E-3EC7-004E-B7A4-01C72D7349D6}"/>
          </ac:spMkLst>
        </pc:spChg>
        <pc:spChg chg="mod">
          <ac:chgData name="Wong, Nathanael Zhixin" userId="fc332088-c715-4bb6-b21f-69ae66f6c31c" providerId="ADAL" clId="{7C9D610A-4697-2946-A792-D7F28A8615D6}" dt="2021-09-07T19:38:15.912" v="145" actId="1076"/>
          <ac:spMkLst>
            <pc:docMk/>
            <pc:sldMk cId="3865794895" sldId="313"/>
            <ac:spMk id="46" creationId="{0480E4AB-0C0A-E140-80D4-7FAAA0AB7463}"/>
          </ac:spMkLst>
        </pc:spChg>
        <pc:spChg chg="mod">
          <ac:chgData name="Wong, Nathanael Zhixin" userId="fc332088-c715-4bb6-b21f-69ae66f6c31c" providerId="ADAL" clId="{7C9D610A-4697-2946-A792-D7F28A8615D6}" dt="2021-09-07T19:38:33.141" v="149"/>
          <ac:spMkLst>
            <pc:docMk/>
            <pc:sldMk cId="3865794895" sldId="313"/>
            <ac:spMk id="47" creationId="{CA3AEC32-E307-7945-80E7-8373CEE78574}"/>
          </ac:spMkLst>
        </pc:spChg>
        <pc:spChg chg="mod">
          <ac:chgData name="Wong, Nathanael Zhixin" userId="fc332088-c715-4bb6-b21f-69ae66f6c31c" providerId="ADAL" clId="{7C9D610A-4697-2946-A792-D7F28A8615D6}" dt="2021-09-07T19:38:33.141" v="149"/>
          <ac:spMkLst>
            <pc:docMk/>
            <pc:sldMk cId="3865794895" sldId="313"/>
            <ac:spMk id="48" creationId="{06943CE7-A6B7-6F46-BF66-B4948CED4A29}"/>
          </ac:spMkLst>
        </pc:spChg>
        <pc:grpChg chg="mod">
          <ac:chgData name="Wong, Nathanael Zhixin" userId="fc332088-c715-4bb6-b21f-69ae66f6c31c" providerId="ADAL" clId="{7C9D610A-4697-2946-A792-D7F28A8615D6}" dt="2021-09-07T19:38:05.320" v="142" actId="1076"/>
          <ac:grpSpMkLst>
            <pc:docMk/>
            <pc:sldMk cId="3865794895" sldId="313"/>
            <ac:grpSpMk id="34" creationId="{EC35739D-3310-3B4B-AB20-80B2752BAD04}"/>
          </ac:grpSpMkLst>
        </pc:grpChg>
        <pc:grpChg chg="add mod">
          <ac:chgData name="Wong, Nathanael Zhixin" userId="fc332088-c715-4bb6-b21f-69ae66f6c31c" providerId="ADAL" clId="{7C9D610A-4697-2946-A792-D7F28A8615D6}" dt="2021-09-07T19:38:38.363" v="151" actId="167"/>
          <ac:grpSpMkLst>
            <pc:docMk/>
            <pc:sldMk cId="3865794895" sldId="313"/>
            <ac:grpSpMk id="39" creationId="{84DABC49-5F54-2845-BFC7-D974548A2F73}"/>
          </ac:grpSpMkLst>
        </pc:grpChg>
        <pc:picChg chg="add del mod ord">
          <ac:chgData name="Wong, Nathanael Zhixin" userId="fc332088-c715-4bb6-b21f-69ae66f6c31c" providerId="ADAL" clId="{7C9D610A-4697-2946-A792-D7F28A8615D6}" dt="2021-09-07T19:37:24.792" v="127" actId="931"/>
          <ac:picMkLst>
            <pc:docMk/>
            <pc:sldMk cId="3865794895" sldId="313"/>
            <ac:picMk id="10" creationId="{300D34C9-72D5-8E49-ADB0-AD5B0E89CDC8}"/>
          </ac:picMkLst>
        </pc:picChg>
        <pc:picChg chg="add del mod ord">
          <ac:chgData name="Wong, Nathanael Zhixin" userId="fc332088-c715-4bb6-b21f-69ae66f6c31c" providerId="ADAL" clId="{7C9D610A-4697-2946-A792-D7F28A8615D6}" dt="2021-09-07T19:37:27.940" v="132" actId="931"/>
          <ac:picMkLst>
            <pc:docMk/>
            <pc:sldMk cId="3865794895" sldId="313"/>
            <ac:picMk id="20" creationId="{F1DEB623-2E70-3246-AC10-D6957A35CDB9}"/>
          </ac:picMkLst>
        </pc:picChg>
        <pc:picChg chg="add mod ord">
          <ac:chgData name="Wong, Nathanael Zhixin" userId="fc332088-c715-4bb6-b21f-69ae66f6c31c" providerId="ADAL" clId="{7C9D610A-4697-2946-A792-D7F28A8615D6}" dt="2021-09-07T19:39:28.235" v="153" actId="700"/>
          <ac:picMkLst>
            <pc:docMk/>
            <pc:sldMk cId="3865794895" sldId="313"/>
            <ac:picMk id="22" creationId="{56D462D6-421C-4C4F-BD43-94744D120199}"/>
          </ac:picMkLst>
        </pc:picChg>
        <pc:cxnChg chg="mod">
          <ac:chgData name="Wong, Nathanael Zhixin" userId="fc332088-c715-4bb6-b21f-69ae66f6c31c" providerId="ADAL" clId="{7C9D610A-4697-2946-A792-D7F28A8615D6}" dt="2021-09-07T19:36:14.899" v="115" actId="1076"/>
          <ac:cxnSpMkLst>
            <pc:docMk/>
            <pc:sldMk cId="3865794895" sldId="313"/>
            <ac:cxnSpMk id="26" creationId="{45A69776-8F71-6F49-AAEF-67BD458C074E}"/>
          </ac:cxnSpMkLst>
        </pc:cxnChg>
        <pc:cxnChg chg="mod">
          <ac:chgData name="Wong, Nathanael Zhixin" userId="fc332088-c715-4bb6-b21f-69ae66f6c31c" providerId="ADAL" clId="{7C9D610A-4697-2946-A792-D7F28A8615D6}" dt="2021-09-07T19:38:29.558" v="148" actId="14100"/>
          <ac:cxnSpMkLst>
            <pc:docMk/>
            <pc:sldMk cId="3865794895" sldId="313"/>
            <ac:cxnSpMk id="27" creationId="{0628B4F6-6D80-A04B-97A2-5B5405DA0C19}"/>
          </ac:cxnSpMkLst>
        </pc:cxnChg>
        <pc:cxnChg chg="mod">
          <ac:chgData name="Wong, Nathanael Zhixin" userId="fc332088-c715-4bb6-b21f-69ae66f6c31c" providerId="ADAL" clId="{7C9D610A-4697-2946-A792-D7F28A8615D6}" dt="2021-09-07T19:38:01.339" v="141" actId="14100"/>
          <ac:cxnSpMkLst>
            <pc:docMk/>
            <pc:sldMk cId="3865794895" sldId="313"/>
            <ac:cxnSpMk id="33" creationId="{748A3F4D-12F6-4344-86DA-B8DA416B96AB}"/>
          </ac:cxnSpMkLst>
        </pc:cxnChg>
      </pc:sldChg>
      <pc:sldChg chg="del">
        <pc:chgData name="Wong, Nathanael Zhixin" userId="fc332088-c715-4bb6-b21f-69ae66f6c31c" providerId="ADAL" clId="{7C9D610A-4697-2946-A792-D7F28A8615D6}" dt="2021-09-07T20:02:53.888" v="973" actId="2696"/>
        <pc:sldMkLst>
          <pc:docMk/>
          <pc:sldMk cId="1411626375" sldId="315"/>
        </pc:sldMkLst>
      </pc:sldChg>
      <pc:sldChg chg="addSp delSp modSp mod ord">
        <pc:chgData name="Wong, Nathanael Zhixin" userId="fc332088-c715-4bb6-b21f-69ae66f6c31c" providerId="ADAL" clId="{7C9D610A-4697-2946-A792-D7F28A8615D6}" dt="2021-09-07T19:58:32.987" v="742" actId="478"/>
        <pc:sldMkLst>
          <pc:docMk/>
          <pc:sldMk cId="926528265" sldId="316"/>
        </pc:sldMkLst>
        <pc:spChg chg="mod">
          <ac:chgData name="Wong, Nathanael Zhixin" userId="fc332088-c715-4bb6-b21f-69ae66f6c31c" providerId="ADAL" clId="{7C9D610A-4697-2946-A792-D7F28A8615D6}" dt="2021-09-07T19:45:23.632" v="339" actId="20577"/>
          <ac:spMkLst>
            <pc:docMk/>
            <pc:sldMk cId="926528265" sldId="316"/>
            <ac:spMk id="2" creationId="{9BB08573-79A7-8649-B468-0B64ECFAF128}"/>
          </ac:spMkLst>
        </pc:spChg>
        <pc:spChg chg="mod">
          <ac:chgData name="Wong, Nathanael Zhixin" userId="fc332088-c715-4bb6-b21f-69ae66f6c31c" providerId="ADAL" clId="{7C9D610A-4697-2946-A792-D7F28A8615D6}" dt="2021-09-07T19:40:04.918" v="312" actId="20577"/>
          <ac:spMkLst>
            <pc:docMk/>
            <pc:sldMk cId="926528265" sldId="316"/>
            <ac:spMk id="3" creationId="{F0620169-4AD5-B543-9D09-93550F9984BB}"/>
          </ac:spMkLst>
        </pc:spChg>
        <pc:picChg chg="add del mod">
          <ac:chgData name="Wong, Nathanael Zhixin" userId="fc332088-c715-4bb6-b21f-69ae66f6c31c" providerId="ADAL" clId="{7C9D610A-4697-2946-A792-D7F28A8615D6}" dt="2021-09-07T19:52:06.660" v="520" actId="931"/>
          <ac:picMkLst>
            <pc:docMk/>
            <pc:sldMk cId="926528265" sldId="316"/>
            <ac:picMk id="5" creationId="{BC526289-19B8-E945-8F59-83041A80741D}"/>
          </ac:picMkLst>
        </pc:picChg>
        <pc:picChg chg="del">
          <ac:chgData name="Wong, Nathanael Zhixin" userId="fc332088-c715-4bb6-b21f-69ae66f6c31c" providerId="ADAL" clId="{7C9D610A-4697-2946-A792-D7F28A8615D6}" dt="2021-09-07T19:57:40.350" v="715" actId="478"/>
          <ac:picMkLst>
            <pc:docMk/>
            <pc:sldMk cId="926528265" sldId="316"/>
            <ac:picMk id="6" creationId="{4D95CCAD-1CB6-814B-AB07-84C70C1C1074}"/>
          </ac:picMkLst>
        </pc:picChg>
        <pc:picChg chg="add del mod">
          <ac:chgData name="Wong, Nathanael Zhixin" userId="fc332088-c715-4bb6-b21f-69ae66f6c31c" providerId="ADAL" clId="{7C9D610A-4697-2946-A792-D7F28A8615D6}" dt="2021-09-07T19:57:16.154" v="709" actId="931"/>
          <ac:picMkLst>
            <pc:docMk/>
            <pc:sldMk cId="926528265" sldId="316"/>
            <ac:picMk id="8" creationId="{6B34712F-F2B9-7F46-BAC3-35C2346AF4C6}"/>
          </ac:picMkLst>
        </pc:picChg>
        <pc:picChg chg="add del mod">
          <ac:chgData name="Wong, Nathanael Zhixin" userId="fc332088-c715-4bb6-b21f-69ae66f6c31c" providerId="ADAL" clId="{7C9D610A-4697-2946-A792-D7F28A8615D6}" dt="2021-09-07T19:57:54.217" v="720" actId="931"/>
          <ac:picMkLst>
            <pc:docMk/>
            <pc:sldMk cId="926528265" sldId="316"/>
            <ac:picMk id="10" creationId="{FE894345-B423-614C-971E-7A51F5806F08}"/>
          </ac:picMkLst>
        </pc:picChg>
        <pc:picChg chg="add del mod">
          <ac:chgData name="Wong, Nathanael Zhixin" userId="fc332088-c715-4bb6-b21f-69ae66f6c31c" providerId="ADAL" clId="{7C9D610A-4697-2946-A792-D7F28A8615D6}" dt="2021-09-07T19:58:32.987" v="742" actId="478"/>
          <ac:picMkLst>
            <pc:docMk/>
            <pc:sldMk cId="926528265" sldId="316"/>
            <ac:picMk id="11" creationId="{ED22A057-1461-0E45-BC09-37787090CC02}"/>
          </ac:picMkLst>
        </pc:picChg>
      </pc:sldChg>
      <pc:sldChg chg="del">
        <pc:chgData name="Wong, Nathanael Zhixin" userId="fc332088-c715-4bb6-b21f-69ae66f6c31c" providerId="ADAL" clId="{7C9D610A-4697-2946-A792-D7F28A8615D6}" dt="2021-09-08T19:20:12.830" v="2962" actId="2696"/>
        <pc:sldMkLst>
          <pc:docMk/>
          <pc:sldMk cId="2385670598" sldId="317"/>
        </pc:sldMkLst>
      </pc:sldChg>
      <pc:sldChg chg="del">
        <pc:chgData name="Wong, Nathanael Zhixin" userId="fc332088-c715-4bb6-b21f-69ae66f6c31c" providerId="ADAL" clId="{7C9D610A-4697-2946-A792-D7F28A8615D6}" dt="2021-09-08T19:20:12.830" v="2962" actId="2696"/>
        <pc:sldMkLst>
          <pc:docMk/>
          <pc:sldMk cId="4198456741" sldId="318"/>
        </pc:sldMkLst>
      </pc:sldChg>
      <pc:sldChg chg="del">
        <pc:chgData name="Wong, Nathanael Zhixin" userId="fc332088-c715-4bb6-b21f-69ae66f6c31c" providerId="ADAL" clId="{7C9D610A-4697-2946-A792-D7F28A8615D6}" dt="2021-09-08T19:20:12.830" v="2962" actId="2696"/>
        <pc:sldMkLst>
          <pc:docMk/>
          <pc:sldMk cId="2173718002" sldId="320"/>
        </pc:sldMkLst>
      </pc:sldChg>
      <pc:sldChg chg="del">
        <pc:chgData name="Wong, Nathanael Zhixin" userId="fc332088-c715-4bb6-b21f-69ae66f6c31c" providerId="ADAL" clId="{7C9D610A-4697-2946-A792-D7F28A8615D6}" dt="2021-09-08T19:20:12.830" v="2962" actId="2696"/>
        <pc:sldMkLst>
          <pc:docMk/>
          <pc:sldMk cId="1218596247" sldId="321"/>
        </pc:sldMkLst>
      </pc:sldChg>
      <pc:sldChg chg="del">
        <pc:chgData name="Wong, Nathanael Zhixin" userId="fc332088-c715-4bb6-b21f-69ae66f6c31c" providerId="ADAL" clId="{7C9D610A-4697-2946-A792-D7F28A8615D6}" dt="2021-09-08T19:20:12.830" v="2962" actId="2696"/>
        <pc:sldMkLst>
          <pc:docMk/>
          <pc:sldMk cId="1622597954" sldId="322"/>
        </pc:sldMkLst>
      </pc:sldChg>
      <pc:sldChg chg="del">
        <pc:chgData name="Wong, Nathanael Zhixin" userId="fc332088-c715-4bb6-b21f-69ae66f6c31c" providerId="ADAL" clId="{7C9D610A-4697-2946-A792-D7F28A8615D6}" dt="2021-09-07T20:41:42.038" v="2120" actId="2696"/>
        <pc:sldMkLst>
          <pc:docMk/>
          <pc:sldMk cId="1186409749" sldId="323"/>
        </pc:sldMkLst>
      </pc:sldChg>
      <pc:sldChg chg="del">
        <pc:chgData name="Wong, Nathanael Zhixin" userId="fc332088-c715-4bb6-b21f-69ae66f6c31c" providerId="ADAL" clId="{7C9D610A-4697-2946-A792-D7F28A8615D6}" dt="2021-09-07T20:41:31.649" v="2118" actId="2696"/>
        <pc:sldMkLst>
          <pc:docMk/>
          <pc:sldMk cId="1789675578" sldId="324"/>
        </pc:sldMkLst>
      </pc:sldChg>
      <pc:sldChg chg="del">
        <pc:chgData name="Wong, Nathanael Zhixin" userId="fc332088-c715-4bb6-b21f-69ae66f6c31c" providerId="ADAL" clId="{7C9D610A-4697-2946-A792-D7F28A8615D6}" dt="2021-09-07T20:41:31.836" v="2119" actId="2696"/>
        <pc:sldMkLst>
          <pc:docMk/>
          <pc:sldMk cId="2152774384" sldId="325"/>
        </pc:sldMkLst>
      </pc:sldChg>
      <pc:sldChg chg="modSp del mod">
        <pc:chgData name="Wong, Nathanael Zhixin" userId="fc332088-c715-4bb6-b21f-69ae66f6c31c" providerId="ADAL" clId="{7C9D610A-4697-2946-A792-D7F28A8615D6}" dt="2021-09-08T19:20:12.830" v="2962" actId="2696"/>
        <pc:sldMkLst>
          <pc:docMk/>
          <pc:sldMk cId="3083441362" sldId="327"/>
        </pc:sldMkLst>
        <pc:spChg chg="mod">
          <ac:chgData name="Wong, Nathanael Zhixin" userId="fc332088-c715-4bb6-b21f-69ae66f6c31c" providerId="ADAL" clId="{7C9D610A-4697-2946-A792-D7F28A8615D6}" dt="2021-09-07T20:41:29.141" v="2117" actId="20577"/>
          <ac:spMkLst>
            <pc:docMk/>
            <pc:sldMk cId="3083441362" sldId="327"/>
            <ac:spMk id="2" creationId="{5489E14C-D242-8940-90C2-D9D799F37A44}"/>
          </ac:spMkLst>
        </pc:spChg>
      </pc:sldChg>
      <pc:sldChg chg="modSp mod">
        <pc:chgData name="Wong, Nathanael Zhixin" userId="fc332088-c715-4bb6-b21f-69ae66f6c31c" providerId="ADAL" clId="{7C9D610A-4697-2946-A792-D7F28A8615D6}" dt="2021-09-09T16:08:21.711" v="3472" actId="20577"/>
        <pc:sldMkLst>
          <pc:docMk/>
          <pc:sldMk cId="864570568" sldId="329"/>
        </pc:sldMkLst>
        <pc:spChg chg="mod">
          <ac:chgData name="Wong, Nathanael Zhixin" userId="fc332088-c715-4bb6-b21f-69ae66f6c31c" providerId="ADAL" clId="{7C9D610A-4697-2946-A792-D7F28A8615D6}" dt="2021-09-09T16:08:21.711" v="3472" actId="20577"/>
          <ac:spMkLst>
            <pc:docMk/>
            <pc:sldMk cId="864570568" sldId="329"/>
            <ac:spMk id="3" creationId="{93BC8995-C941-4641-BC38-9991B671D7E5}"/>
          </ac:spMkLst>
        </pc:spChg>
      </pc:sldChg>
      <pc:sldChg chg="modSp">
        <pc:chgData name="Wong, Nathanael Zhixin" userId="fc332088-c715-4bb6-b21f-69ae66f6c31c" providerId="ADAL" clId="{7C9D610A-4697-2946-A792-D7F28A8615D6}" dt="2021-09-07T19:17:37.995" v="83" actId="33524"/>
        <pc:sldMkLst>
          <pc:docMk/>
          <pc:sldMk cId="1084917984" sldId="330"/>
        </pc:sldMkLst>
        <pc:spChg chg="mod">
          <ac:chgData name="Wong, Nathanael Zhixin" userId="fc332088-c715-4bb6-b21f-69ae66f6c31c" providerId="ADAL" clId="{7C9D610A-4697-2946-A792-D7F28A8615D6}" dt="2021-09-07T19:17:37.995" v="83" actId="33524"/>
          <ac:spMkLst>
            <pc:docMk/>
            <pc:sldMk cId="1084917984" sldId="330"/>
            <ac:spMk id="3" creationId="{93BC8995-C941-4641-BC38-9991B671D7E5}"/>
          </ac:spMkLst>
        </pc:spChg>
      </pc:sldChg>
      <pc:sldChg chg="modSp new mod">
        <pc:chgData name="Wong, Nathanael Zhixin" userId="fc332088-c715-4bb6-b21f-69ae66f6c31c" providerId="ADAL" clId="{7C9D610A-4697-2946-A792-D7F28A8615D6}" dt="2021-09-07T19:39:44.793" v="225" actId="20577"/>
        <pc:sldMkLst>
          <pc:docMk/>
          <pc:sldMk cId="4127717748" sldId="331"/>
        </pc:sldMkLst>
        <pc:spChg chg="mod">
          <ac:chgData name="Wong, Nathanael Zhixin" userId="fc332088-c715-4bb6-b21f-69ae66f6c31c" providerId="ADAL" clId="{7C9D610A-4697-2946-A792-D7F28A8615D6}" dt="2021-09-07T19:39:32.203" v="161" actId="20577"/>
          <ac:spMkLst>
            <pc:docMk/>
            <pc:sldMk cId="4127717748" sldId="331"/>
            <ac:spMk id="2" creationId="{AE21F2F7-85F7-804E-B41D-8EED74871C55}"/>
          </ac:spMkLst>
        </pc:spChg>
        <pc:spChg chg="mod">
          <ac:chgData name="Wong, Nathanael Zhixin" userId="fc332088-c715-4bb6-b21f-69ae66f6c31c" providerId="ADAL" clId="{7C9D610A-4697-2946-A792-D7F28A8615D6}" dt="2021-09-07T19:39:44.793" v="225" actId="20577"/>
          <ac:spMkLst>
            <pc:docMk/>
            <pc:sldMk cId="4127717748" sldId="331"/>
            <ac:spMk id="3" creationId="{A8C15C59-59B3-D84F-B16D-BF71AE545E74}"/>
          </ac:spMkLst>
        </pc:spChg>
      </pc:sldChg>
      <pc:sldChg chg="delSp modSp add del mod">
        <pc:chgData name="Wong, Nathanael Zhixin" userId="fc332088-c715-4bb6-b21f-69ae66f6c31c" providerId="ADAL" clId="{7C9D610A-4697-2946-A792-D7F28A8615D6}" dt="2021-09-07T19:47:12.164" v="371" actId="2696"/>
        <pc:sldMkLst>
          <pc:docMk/>
          <pc:sldMk cId="2730503147" sldId="332"/>
        </pc:sldMkLst>
        <pc:spChg chg="mod">
          <ac:chgData name="Wong, Nathanael Zhixin" userId="fc332088-c715-4bb6-b21f-69ae66f6c31c" providerId="ADAL" clId="{7C9D610A-4697-2946-A792-D7F28A8615D6}" dt="2021-09-07T19:45:36.071" v="358" actId="20577"/>
          <ac:spMkLst>
            <pc:docMk/>
            <pc:sldMk cId="2730503147" sldId="332"/>
            <ac:spMk id="2" creationId="{9BB08573-79A7-8649-B468-0B64ECFAF128}"/>
          </ac:spMkLst>
        </pc:spChg>
        <pc:spChg chg="mod">
          <ac:chgData name="Wong, Nathanael Zhixin" userId="fc332088-c715-4bb6-b21f-69ae66f6c31c" providerId="ADAL" clId="{7C9D610A-4697-2946-A792-D7F28A8615D6}" dt="2021-09-07T19:45:41.810" v="368" actId="20577"/>
          <ac:spMkLst>
            <pc:docMk/>
            <pc:sldMk cId="2730503147" sldId="332"/>
            <ac:spMk id="3" creationId="{F0620169-4AD5-B543-9D09-93550F9984BB}"/>
          </ac:spMkLst>
        </pc:spChg>
        <pc:picChg chg="del">
          <ac:chgData name="Wong, Nathanael Zhixin" userId="fc332088-c715-4bb6-b21f-69ae66f6c31c" providerId="ADAL" clId="{7C9D610A-4697-2946-A792-D7F28A8615D6}" dt="2021-09-07T19:45:38.181" v="359" actId="478"/>
          <ac:picMkLst>
            <pc:docMk/>
            <pc:sldMk cId="2730503147" sldId="332"/>
            <ac:picMk id="6" creationId="{4D95CCAD-1CB6-814B-AB07-84C70C1C1074}"/>
          </ac:picMkLst>
        </pc:picChg>
      </pc:sldChg>
      <pc:sldChg chg="addSp delSp modSp add mod modClrScheme chgLayout">
        <pc:chgData name="Wong, Nathanael Zhixin" userId="fc332088-c715-4bb6-b21f-69ae66f6c31c" providerId="ADAL" clId="{7C9D610A-4697-2946-A792-D7F28A8615D6}" dt="2021-09-07T19:53:50.731" v="612" actId="1076"/>
        <pc:sldMkLst>
          <pc:docMk/>
          <pc:sldMk cId="3094533768" sldId="332"/>
        </pc:sldMkLst>
        <pc:spChg chg="del mod ord">
          <ac:chgData name="Wong, Nathanael Zhixin" userId="fc332088-c715-4bb6-b21f-69ae66f6c31c" providerId="ADAL" clId="{7C9D610A-4697-2946-A792-D7F28A8615D6}" dt="2021-09-07T19:53:32.836" v="606" actId="478"/>
          <ac:spMkLst>
            <pc:docMk/>
            <pc:sldMk cId="3094533768" sldId="332"/>
            <ac:spMk id="2" creationId="{4D5B00C7-1197-7346-AC87-26F3E48A7C1F}"/>
          </ac:spMkLst>
        </pc:spChg>
        <pc:spChg chg="del mod">
          <ac:chgData name="Wong, Nathanael Zhixin" userId="fc332088-c715-4bb6-b21f-69ae66f6c31c" providerId="ADAL" clId="{7C9D610A-4697-2946-A792-D7F28A8615D6}" dt="2021-09-07T19:53:23.166" v="601" actId="478"/>
          <ac:spMkLst>
            <pc:docMk/>
            <pc:sldMk cId="3094533768" sldId="332"/>
            <ac:spMk id="3" creationId="{C546C020-5F8A-C548-AD7E-0C680B35A5AD}"/>
          </ac:spMkLst>
        </pc:spChg>
        <pc:spChg chg="add del mod">
          <ac:chgData name="Wong, Nathanael Zhixin" userId="fc332088-c715-4bb6-b21f-69ae66f6c31c" providerId="ADAL" clId="{7C9D610A-4697-2946-A792-D7F28A8615D6}" dt="2021-09-07T19:53:02.726" v="599"/>
          <ac:spMkLst>
            <pc:docMk/>
            <pc:sldMk cId="3094533768" sldId="332"/>
            <ac:spMk id="4" creationId="{514D4B97-D58B-3744-BB58-D6894903C708}"/>
          </ac:spMkLst>
        </pc:spChg>
        <pc:spChg chg="add del mod">
          <ac:chgData name="Wong, Nathanael Zhixin" userId="fc332088-c715-4bb6-b21f-69ae66f6c31c" providerId="ADAL" clId="{7C9D610A-4697-2946-A792-D7F28A8615D6}" dt="2021-09-07T19:53:30.116" v="605" actId="700"/>
          <ac:spMkLst>
            <pc:docMk/>
            <pc:sldMk cId="3094533768" sldId="332"/>
            <ac:spMk id="6" creationId="{D4AEB5CE-9FF9-DB43-8A3D-AF99C6F8D4CF}"/>
          </ac:spMkLst>
        </pc:spChg>
        <pc:picChg chg="add del mod ord">
          <ac:chgData name="Wong, Nathanael Zhixin" userId="fc332088-c715-4bb6-b21f-69ae66f6c31c" providerId="ADAL" clId="{7C9D610A-4697-2946-A792-D7F28A8615D6}" dt="2021-09-07T19:53:27.285" v="604" actId="931"/>
          <ac:picMkLst>
            <pc:docMk/>
            <pc:sldMk cId="3094533768" sldId="332"/>
            <ac:picMk id="8" creationId="{41FB0D5B-0FCB-214B-A5DC-C8AD270A0C2F}"/>
          </ac:picMkLst>
        </pc:picChg>
        <pc:picChg chg="add mod">
          <ac:chgData name="Wong, Nathanael Zhixin" userId="fc332088-c715-4bb6-b21f-69ae66f6c31c" providerId="ADAL" clId="{7C9D610A-4697-2946-A792-D7F28A8615D6}" dt="2021-09-07T19:53:50.731" v="612" actId="1076"/>
          <ac:picMkLst>
            <pc:docMk/>
            <pc:sldMk cId="3094533768" sldId="332"/>
            <ac:picMk id="10" creationId="{86963B5F-55C6-6644-A4A0-C0013A8DEBE5}"/>
          </ac:picMkLst>
        </pc:picChg>
      </pc:sldChg>
      <pc:sldChg chg="addSp delSp modSp add del mod chgLayout">
        <pc:chgData name="Wong, Nathanael Zhixin" userId="fc332088-c715-4bb6-b21f-69ae66f6c31c" providerId="ADAL" clId="{7C9D610A-4697-2946-A792-D7F28A8615D6}" dt="2021-09-07T19:58:09.391" v="729" actId="2696"/>
        <pc:sldMkLst>
          <pc:docMk/>
          <pc:sldMk cId="1551091974" sldId="333"/>
        </pc:sldMkLst>
        <pc:spChg chg="mod ord">
          <ac:chgData name="Wong, Nathanael Zhixin" userId="fc332088-c715-4bb6-b21f-69ae66f6c31c" providerId="ADAL" clId="{7C9D610A-4697-2946-A792-D7F28A8615D6}" dt="2021-09-07T19:52:10.156" v="522" actId="700"/>
          <ac:spMkLst>
            <pc:docMk/>
            <pc:sldMk cId="1551091974" sldId="333"/>
            <ac:spMk id="2" creationId="{9BB08573-79A7-8649-B468-0B64ECFAF128}"/>
          </ac:spMkLst>
        </pc:spChg>
        <pc:spChg chg="mod ord">
          <ac:chgData name="Wong, Nathanael Zhixin" userId="fc332088-c715-4bb6-b21f-69ae66f6c31c" providerId="ADAL" clId="{7C9D610A-4697-2946-A792-D7F28A8615D6}" dt="2021-09-07T19:52:30.156" v="589" actId="20577"/>
          <ac:spMkLst>
            <pc:docMk/>
            <pc:sldMk cId="1551091974" sldId="333"/>
            <ac:spMk id="3" creationId="{F0620169-4AD5-B543-9D09-93550F9984BB}"/>
          </ac:spMkLst>
        </pc:spChg>
        <pc:spChg chg="add del mod ord">
          <ac:chgData name="Wong, Nathanael Zhixin" userId="fc332088-c715-4bb6-b21f-69ae66f6c31c" providerId="ADAL" clId="{7C9D610A-4697-2946-A792-D7F28A8615D6}" dt="2021-09-07T19:52:16.825" v="525"/>
          <ac:spMkLst>
            <pc:docMk/>
            <pc:sldMk cId="1551091974" sldId="333"/>
            <ac:spMk id="4" creationId="{49717FBA-C7DD-3E43-93FC-E197CEDAEF2B}"/>
          </ac:spMkLst>
        </pc:spChg>
        <pc:picChg chg="del">
          <ac:chgData name="Wong, Nathanael Zhixin" userId="fc332088-c715-4bb6-b21f-69ae66f6c31c" providerId="ADAL" clId="{7C9D610A-4697-2946-A792-D7F28A8615D6}" dt="2021-09-07T19:52:11.741" v="523" actId="478"/>
          <ac:picMkLst>
            <pc:docMk/>
            <pc:sldMk cId="1551091974" sldId="333"/>
            <ac:picMk id="6" creationId="{4D95CCAD-1CB6-814B-AB07-84C70C1C1074}"/>
          </ac:picMkLst>
        </pc:picChg>
        <pc:picChg chg="add mod ord">
          <ac:chgData name="Wong, Nathanael Zhixin" userId="fc332088-c715-4bb6-b21f-69ae66f6c31c" providerId="ADAL" clId="{7C9D610A-4697-2946-A792-D7F28A8615D6}" dt="2021-09-07T19:52:17.251" v="527" actId="962"/>
          <ac:picMkLst>
            <pc:docMk/>
            <pc:sldMk cId="1551091974" sldId="333"/>
            <ac:picMk id="7" creationId="{56C6E427-DCFC-7A48-A123-6F05D8356E56}"/>
          </ac:picMkLst>
        </pc:picChg>
      </pc:sldChg>
      <pc:sldChg chg="add">
        <pc:chgData name="Wong, Nathanael Zhixin" userId="fc332088-c715-4bb6-b21f-69ae66f6c31c" providerId="ADAL" clId="{7C9D610A-4697-2946-A792-D7F28A8615D6}" dt="2021-09-07T19:53:03.419" v="600"/>
        <pc:sldMkLst>
          <pc:docMk/>
          <pc:sldMk cId="684738771" sldId="334"/>
        </pc:sldMkLst>
      </pc:sldChg>
      <pc:sldChg chg="addSp delSp modSp add mod chgLayout">
        <pc:chgData name="Wong, Nathanael Zhixin" userId="fc332088-c715-4bb6-b21f-69ae66f6c31c" providerId="ADAL" clId="{7C9D610A-4697-2946-A792-D7F28A8615D6}" dt="2021-09-07T20:01:40.689" v="921" actId="20577"/>
        <pc:sldMkLst>
          <pc:docMk/>
          <pc:sldMk cId="3734939837" sldId="335"/>
        </pc:sldMkLst>
        <pc:spChg chg="mod ord">
          <ac:chgData name="Wong, Nathanael Zhixin" userId="fc332088-c715-4bb6-b21f-69ae66f6c31c" providerId="ADAL" clId="{7C9D610A-4697-2946-A792-D7F28A8615D6}" dt="2021-09-07T19:56:17.813" v="615" actId="700"/>
          <ac:spMkLst>
            <pc:docMk/>
            <pc:sldMk cId="3734939837" sldId="335"/>
            <ac:spMk id="2" creationId="{9BB08573-79A7-8649-B468-0B64ECFAF128}"/>
          </ac:spMkLst>
        </pc:spChg>
        <pc:spChg chg="mod ord">
          <ac:chgData name="Wong, Nathanael Zhixin" userId="fc332088-c715-4bb6-b21f-69ae66f6c31c" providerId="ADAL" clId="{7C9D610A-4697-2946-A792-D7F28A8615D6}" dt="2021-09-07T20:01:40.689" v="921" actId="20577"/>
          <ac:spMkLst>
            <pc:docMk/>
            <pc:sldMk cId="3734939837" sldId="335"/>
            <ac:spMk id="3" creationId="{F0620169-4AD5-B543-9D09-93550F9984BB}"/>
          </ac:spMkLst>
        </pc:spChg>
        <pc:spChg chg="add del mod">
          <ac:chgData name="Wong, Nathanael Zhixin" userId="fc332088-c715-4bb6-b21f-69ae66f6c31c" providerId="ADAL" clId="{7C9D610A-4697-2946-A792-D7F28A8615D6}" dt="2021-09-07T19:56:17.813" v="615" actId="700"/>
          <ac:spMkLst>
            <pc:docMk/>
            <pc:sldMk cId="3734939837" sldId="335"/>
            <ac:spMk id="5" creationId="{4DCBDA92-0078-EF44-819D-79F9DDFC212F}"/>
          </ac:spMkLst>
        </pc:spChg>
        <pc:picChg chg="del">
          <ac:chgData name="Wong, Nathanael Zhixin" userId="fc332088-c715-4bb6-b21f-69ae66f6c31c" providerId="ADAL" clId="{7C9D610A-4697-2946-A792-D7F28A8615D6}" dt="2021-09-07T19:56:15.959" v="614" actId="478"/>
          <ac:picMkLst>
            <pc:docMk/>
            <pc:sldMk cId="3734939837" sldId="335"/>
            <ac:picMk id="7" creationId="{56C6E427-DCFC-7A48-A123-6F05D8356E56}"/>
          </ac:picMkLst>
        </pc:picChg>
        <pc:picChg chg="add del mod">
          <ac:chgData name="Wong, Nathanael Zhixin" userId="fc332088-c715-4bb6-b21f-69ae66f6c31c" providerId="ADAL" clId="{7C9D610A-4697-2946-A792-D7F28A8615D6}" dt="2021-09-07T19:57:08.153" v="702" actId="931"/>
          <ac:picMkLst>
            <pc:docMk/>
            <pc:sldMk cId="3734939837" sldId="335"/>
            <ac:picMk id="8" creationId="{BAFDDB4E-BB1B-4341-BDA3-BFCB89076981}"/>
          </ac:picMkLst>
        </pc:picChg>
        <pc:picChg chg="add del mod">
          <ac:chgData name="Wong, Nathanael Zhixin" userId="fc332088-c715-4bb6-b21f-69ae66f6c31c" providerId="ADAL" clId="{7C9D610A-4697-2946-A792-D7F28A8615D6}" dt="2021-09-07T19:58:35.338" v="744" actId="478"/>
          <ac:picMkLst>
            <pc:docMk/>
            <pc:sldMk cId="3734939837" sldId="335"/>
            <ac:picMk id="10" creationId="{0FD16FA2-7426-5B46-9D38-0E56BBF8EF8B}"/>
          </ac:picMkLst>
        </pc:picChg>
        <pc:picChg chg="add del mod">
          <ac:chgData name="Wong, Nathanael Zhixin" userId="fc332088-c715-4bb6-b21f-69ae66f6c31c" providerId="ADAL" clId="{7C9D610A-4697-2946-A792-D7F28A8615D6}" dt="2021-09-07T19:58:00.512" v="727" actId="21"/>
          <ac:picMkLst>
            <pc:docMk/>
            <pc:sldMk cId="3734939837" sldId="335"/>
            <ac:picMk id="12" creationId="{DE4E7A15-821E-094F-BCB0-380C4A7B71D9}"/>
          </ac:picMkLst>
        </pc:picChg>
      </pc:sldChg>
      <pc:sldChg chg="addSp delSp modSp add mod">
        <pc:chgData name="Wong, Nathanael Zhixin" userId="fc332088-c715-4bb6-b21f-69ae66f6c31c" providerId="ADAL" clId="{7C9D610A-4697-2946-A792-D7F28A8615D6}" dt="2021-09-07T20:01:27.985" v="873" actId="20577"/>
        <pc:sldMkLst>
          <pc:docMk/>
          <pc:sldMk cId="3683866516" sldId="336"/>
        </pc:sldMkLst>
        <pc:spChg chg="mod">
          <ac:chgData name="Wong, Nathanael Zhixin" userId="fc332088-c715-4bb6-b21f-69ae66f6c31c" providerId="ADAL" clId="{7C9D610A-4697-2946-A792-D7F28A8615D6}" dt="2021-09-07T20:01:27.985" v="873" actId="20577"/>
          <ac:spMkLst>
            <pc:docMk/>
            <pc:sldMk cId="3683866516" sldId="336"/>
            <ac:spMk id="3" creationId="{F0620169-4AD5-B543-9D09-93550F9984BB}"/>
          </ac:spMkLst>
        </pc:spChg>
        <pc:picChg chg="add mod">
          <ac:chgData name="Wong, Nathanael Zhixin" userId="fc332088-c715-4bb6-b21f-69ae66f6c31c" providerId="ADAL" clId="{7C9D610A-4697-2946-A792-D7F28A8615D6}" dt="2021-09-07T19:58:28.750" v="739" actId="167"/>
          <ac:picMkLst>
            <pc:docMk/>
            <pc:sldMk cId="3683866516" sldId="336"/>
            <ac:picMk id="5" creationId="{AE3B1931-B7AC-9C4A-8A9D-CF56EE0F7EF2}"/>
          </ac:picMkLst>
        </pc:picChg>
        <pc:picChg chg="add del">
          <ac:chgData name="Wong, Nathanael Zhixin" userId="fc332088-c715-4bb6-b21f-69ae66f6c31c" providerId="ADAL" clId="{7C9D610A-4697-2946-A792-D7F28A8615D6}" dt="2021-09-07T19:58:29.811" v="740" actId="478"/>
          <ac:picMkLst>
            <pc:docMk/>
            <pc:sldMk cId="3683866516" sldId="336"/>
            <ac:picMk id="11" creationId="{ED22A057-1461-0E45-BC09-37787090CC02}"/>
          </ac:picMkLst>
        </pc:picChg>
      </pc:sldChg>
      <pc:sldChg chg="addSp delSp modSp add mod">
        <pc:chgData name="Wong, Nathanael Zhixin" userId="fc332088-c715-4bb6-b21f-69ae66f6c31c" providerId="ADAL" clId="{7C9D610A-4697-2946-A792-D7F28A8615D6}" dt="2021-09-08T21:37:41.140" v="3080" actId="20577"/>
        <pc:sldMkLst>
          <pc:docMk/>
          <pc:sldMk cId="3653646036" sldId="337"/>
        </pc:sldMkLst>
        <pc:spChg chg="mod">
          <ac:chgData name="Wong, Nathanael Zhixin" userId="fc332088-c715-4bb6-b21f-69ae66f6c31c" providerId="ADAL" clId="{7C9D610A-4697-2946-A792-D7F28A8615D6}" dt="2021-09-07T20:03:13.161" v="984" actId="20577"/>
          <ac:spMkLst>
            <pc:docMk/>
            <pc:sldMk cId="3653646036" sldId="337"/>
            <ac:spMk id="2" creationId="{9BB08573-79A7-8649-B468-0B64ECFAF128}"/>
          </ac:spMkLst>
        </pc:spChg>
        <pc:spChg chg="mod">
          <ac:chgData name="Wong, Nathanael Zhixin" userId="fc332088-c715-4bb6-b21f-69ae66f6c31c" providerId="ADAL" clId="{7C9D610A-4697-2946-A792-D7F28A8615D6}" dt="2021-09-08T21:37:41.140" v="3080" actId="20577"/>
          <ac:spMkLst>
            <pc:docMk/>
            <pc:sldMk cId="3653646036" sldId="337"/>
            <ac:spMk id="3" creationId="{F0620169-4AD5-B543-9D09-93550F9984BB}"/>
          </ac:spMkLst>
        </pc:spChg>
        <pc:picChg chg="add mod">
          <ac:chgData name="Wong, Nathanael Zhixin" userId="fc332088-c715-4bb6-b21f-69ae66f6c31c" providerId="ADAL" clId="{7C9D610A-4697-2946-A792-D7F28A8615D6}" dt="2021-09-07T19:59:37.870" v="753" actId="167"/>
          <ac:picMkLst>
            <pc:docMk/>
            <pc:sldMk cId="3653646036" sldId="337"/>
            <ac:picMk id="5" creationId="{14A35B27-8E99-C845-975D-C4D43C0F51DC}"/>
          </ac:picMkLst>
        </pc:picChg>
        <pc:picChg chg="del">
          <ac:chgData name="Wong, Nathanael Zhixin" userId="fc332088-c715-4bb6-b21f-69ae66f6c31c" providerId="ADAL" clId="{7C9D610A-4697-2946-A792-D7F28A8615D6}" dt="2021-09-07T19:59:39.732" v="754" actId="478"/>
          <ac:picMkLst>
            <pc:docMk/>
            <pc:sldMk cId="3653646036" sldId="337"/>
            <ac:picMk id="10" creationId="{0FD16FA2-7426-5B46-9D38-0E56BBF8EF8B}"/>
          </ac:picMkLst>
        </pc:picChg>
        <pc:cxnChg chg="add mod">
          <ac:chgData name="Wong, Nathanael Zhixin" userId="fc332088-c715-4bb6-b21f-69ae66f6c31c" providerId="ADAL" clId="{7C9D610A-4697-2946-A792-D7F28A8615D6}" dt="2021-09-07T20:08:53.471" v="1076"/>
          <ac:cxnSpMkLst>
            <pc:docMk/>
            <pc:sldMk cId="3653646036" sldId="337"/>
            <ac:cxnSpMk id="7" creationId="{40A3333B-5632-774C-9EF2-A5FB18B5D4B5}"/>
          </ac:cxnSpMkLst>
        </pc:cxnChg>
        <pc:cxnChg chg="add mod">
          <ac:chgData name="Wong, Nathanael Zhixin" userId="fc332088-c715-4bb6-b21f-69ae66f6c31c" providerId="ADAL" clId="{7C9D610A-4697-2946-A792-D7F28A8615D6}" dt="2021-09-07T20:08:53.471" v="1076"/>
          <ac:cxnSpMkLst>
            <pc:docMk/>
            <pc:sldMk cId="3653646036" sldId="337"/>
            <ac:cxnSpMk id="8" creationId="{8B119F4E-8F6F-0A49-9AC8-52F183E6F823}"/>
          </ac:cxnSpMkLst>
        </pc:cxnChg>
      </pc:sldChg>
      <pc:sldChg chg="addSp delSp modSp add mod">
        <pc:chgData name="Wong, Nathanael Zhixin" userId="fc332088-c715-4bb6-b21f-69ae66f6c31c" providerId="ADAL" clId="{7C9D610A-4697-2946-A792-D7F28A8615D6}" dt="2021-09-07T20:08:43.495" v="1075" actId="1076"/>
        <pc:sldMkLst>
          <pc:docMk/>
          <pc:sldMk cId="2628772291" sldId="338"/>
        </pc:sldMkLst>
        <pc:spChg chg="mod">
          <ac:chgData name="Wong, Nathanael Zhixin" userId="fc332088-c715-4bb6-b21f-69ae66f6c31c" providerId="ADAL" clId="{7C9D610A-4697-2946-A792-D7F28A8615D6}" dt="2021-09-07T20:03:17.141" v="985"/>
          <ac:spMkLst>
            <pc:docMk/>
            <pc:sldMk cId="2628772291" sldId="338"/>
            <ac:spMk id="2" creationId="{9BB08573-79A7-8649-B468-0B64ECFAF128}"/>
          </ac:spMkLst>
        </pc:spChg>
        <pc:spChg chg="mod">
          <ac:chgData name="Wong, Nathanael Zhixin" userId="fc332088-c715-4bb6-b21f-69ae66f6c31c" providerId="ADAL" clId="{7C9D610A-4697-2946-A792-D7F28A8615D6}" dt="2021-09-07T20:03:48.639" v="1066" actId="114"/>
          <ac:spMkLst>
            <pc:docMk/>
            <pc:sldMk cId="2628772291" sldId="338"/>
            <ac:spMk id="3" creationId="{F0620169-4AD5-B543-9D09-93550F9984BB}"/>
          </ac:spMkLst>
        </pc:spChg>
        <pc:picChg chg="add del">
          <ac:chgData name="Wong, Nathanael Zhixin" userId="fc332088-c715-4bb6-b21f-69ae66f6c31c" providerId="ADAL" clId="{7C9D610A-4697-2946-A792-D7F28A8615D6}" dt="2021-09-07T20:00:59.932" v="839" actId="478"/>
          <ac:picMkLst>
            <pc:docMk/>
            <pc:sldMk cId="2628772291" sldId="338"/>
            <ac:picMk id="5" creationId="{14A35B27-8E99-C845-975D-C4D43C0F51DC}"/>
          </ac:picMkLst>
        </pc:picChg>
        <pc:picChg chg="add del mod">
          <ac:chgData name="Wong, Nathanael Zhixin" userId="fc332088-c715-4bb6-b21f-69ae66f6c31c" providerId="ADAL" clId="{7C9D610A-4697-2946-A792-D7F28A8615D6}" dt="2021-09-07T20:00:47.845" v="829" actId="931"/>
          <ac:picMkLst>
            <pc:docMk/>
            <pc:sldMk cId="2628772291" sldId="338"/>
            <ac:picMk id="6" creationId="{210D9DF4-A748-AF4A-823A-A639EE12FF3A}"/>
          </ac:picMkLst>
        </pc:picChg>
        <pc:picChg chg="add mod">
          <ac:chgData name="Wong, Nathanael Zhixin" userId="fc332088-c715-4bb6-b21f-69ae66f6c31c" providerId="ADAL" clId="{7C9D610A-4697-2946-A792-D7F28A8615D6}" dt="2021-09-07T20:00:58.221" v="838" actId="167"/>
          <ac:picMkLst>
            <pc:docMk/>
            <pc:sldMk cId="2628772291" sldId="338"/>
            <ac:picMk id="8" creationId="{B727A2E7-D2C4-534F-9C2B-372E6ADBE827}"/>
          </ac:picMkLst>
        </pc:picChg>
        <pc:cxnChg chg="add mod">
          <ac:chgData name="Wong, Nathanael Zhixin" userId="fc332088-c715-4bb6-b21f-69ae66f6c31c" providerId="ADAL" clId="{7C9D610A-4697-2946-A792-D7F28A8615D6}" dt="2021-09-07T20:08:34.665" v="1073" actId="1076"/>
          <ac:cxnSpMkLst>
            <pc:docMk/>
            <pc:sldMk cId="2628772291" sldId="338"/>
            <ac:cxnSpMk id="10" creationId="{6E8F548E-E9A5-934B-9E33-2DF3AD78193B}"/>
          </ac:cxnSpMkLst>
        </pc:cxnChg>
        <pc:cxnChg chg="add mod">
          <ac:chgData name="Wong, Nathanael Zhixin" userId="fc332088-c715-4bb6-b21f-69ae66f6c31c" providerId="ADAL" clId="{7C9D610A-4697-2946-A792-D7F28A8615D6}" dt="2021-09-07T20:08:43.495" v="1075" actId="1076"/>
          <ac:cxnSpMkLst>
            <pc:docMk/>
            <pc:sldMk cId="2628772291" sldId="338"/>
            <ac:cxnSpMk id="12" creationId="{F051E5CF-68D3-FC45-8709-3BD6F61E1117}"/>
          </ac:cxnSpMkLst>
        </pc:cxnChg>
      </pc:sldChg>
      <pc:sldChg chg="addSp delSp modSp add mod">
        <pc:chgData name="Wong, Nathanael Zhixin" userId="fc332088-c715-4bb6-b21f-69ae66f6c31c" providerId="ADAL" clId="{7C9D610A-4697-2946-A792-D7F28A8615D6}" dt="2021-09-07T20:02:27.809" v="972" actId="20577"/>
        <pc:sldMkLst>
          <pc:docMk/>
          <pc:sldMk cId="2053925539" sldId="339"/>
        </pc:sldMkLst>
        <pc:spChg chg="mod">
          <ac:chgData name="Wong, Nathanael Zhixin" userId="fc332088-c715-4bb6-b21f-69ae66f6c31c" providerId="ADAL" clId="{7C9D610A-4697-2946-A792-D7F28A8615D6}" dt="2021-09-07T20:02:27.809" v="972" actId="20577"/>
          <ac:spMkLst>
            <pc:docMk/>
            <pc:sldMk cId="2053925539" sldId="339"/>
            <ac:spMk id="3" creationId="{F0620169-4AD5-B543-9D09-93550F9984BB}"/>
          </ac:spMkLst>
        </pc:spChg>
        <pc:picChg chg="add mod">
          <ac:chgData name="Wong, Nathanael Zhixin" userId="fc332088-c715-4bb6-b21f-69ae66f6c31c" providerId="ADAL" clId="{7C9D610A-4697-2946-A792-D7F28A8615D6}" dt="2021-09-07T20:02:13.189" v="928" actId="14100"/>
          <ac:picMkLst>
            <pc:docMk/>
            <pc:sldMk cId="2053925539" sldId="339"/>
            <ac:picMk id="5" creationId="{6BA1D075-54F5-5344-ACC0-429D99863428}"/>
          </ac:picMkLst>
        </pc:picChg>
        <pc:picChg chg="del">
          <ac:chgData name="Wong, Nathanael Zhixin" userId="fc332088-c715-4bb6-b21f-69ae66f6c31c" providerId="ADAL" clId="{7C9D610A-4697-2946-A792-D7F28A8615D6}" dt="2021-09-07T20:02:15.345" v="929" actId="478"/>
          <ac:picMkLst>
            <pc:docMk/>
            <pc:sldMk cId="2053925539" sldId="339"/>
            <ac:picMk id="10" creationId="{0FD16FA2-7426-5B46-9D38-0E56BBF8EF8B}"/>
          </ac:picMkLst>
        </pc:picChg>
      </pc:sldChg>
      <pc:sldChg chg="addSp delSp modSp new mod">
        <pc:chgData name="Wong, Nathanael Zhixin" userId="fc332088-c715-4bb6-b21f-69ae66f6c31c" providerId="ADAL" clId="{7C9D610A-4697-2946-A792-D7F28A8615D6}" dt="2021-09-07T20:17:58.120" v="1287" actId="1076"/>
        <pc:sldMkLst>
          <pc:docMk/>
          <pc:sldMk cId="4026804787" sldId="340"/>
        </pc:sldMkLst>
        <pc:spChg chg="mod">
          <ac:chgData name="Wong, Nathanael Zhixin" userId="fc332088-c715-4bb6-b21f-69ae66f6c31c" providerId="ADAL" clId="{7C9D610A-4697-2946-A792-D7F28A8615D6}" dt="2021-09-07T20:12:54.639" v="1098" actId="5793"/>
          <ac:spMkLst>
            <pc:docMk/>
            <pc:sldMk cId="4026804787" sldId="340"/>
            <ac:spMk id="2" creationId="{E3E59CD8-4F6A-544A-BE0E-2801A80FB0F8}"/>
          </ac:spMkLst>
        </pc:spChg>
        <pc:spChg chg="mod">
          <ac:chgData name="Wong, Nathanael Zhixin" userId="fc332088-c715-4bb6-b21f-69ae66f6c31c" providerId="ADAL" clId="{7C9D610A-4697-2946-A792-D7F28A8615D6}" dt="2021-09-07T20:14:55.462" v="1246" actId="114"/>
          <ac:spMkLst>
            <pc:docMk/>
            <pc:sldMk cId="4026804787" sldId="340"/>
            <ac:spMk id="3" creationId="{AA912E95-5E77-E746-892F-E196E218B1A4}"/>
          </ac:spMkLst>
        </pc:spChg>
        <pc:spChg chg="add mod">
          <ac:chgData name="Wong, Nathanael Zhixin" userId="fc332088-c715-4bb6-b21f-69ae66f6c31c" providerId="ADAL" clId="{7C9D610A-4697-2946-A792-D7F28A8615D6}" dt="2021-09-07T20:16:26.307" v="1261" actId="1076"/>
          <ac:spMkLst>
            <pc:docMk/>
            <pc:sldMk cId="4026804787" sldId="340"/>
            <ac:spMk id="7" creationId="{7DDBB070-1B41-9A4D-A6BE-C4950A158680}"/>
          </ac:spMkLst>
        </pc:spChg>
        <pc:spChg chg="add mod">
          <ac:chgData name="Wong, Nathanael Zhixin" userId="fc332088-c715-4bb6-b21f-69ae66f6c31c" providerId="ADAL" clId="{7C9D610A-4697-2946-A792-D7F28A8615D6}" dt="2021-09-07T20:16:41.269" v="1266" actId="14100"/>
          <ac:spMkLst>
            <pc:docMk/>
            <pc:sldMk cId="4026804787" sldId="340"/>
            <ac:spMk id="8" creationId="{8B32753B-4BB5-0945-BAB5-EBFDDD1E5EA3}"/>
          </ac:spMkLst>
        </pc:spChg>
        <pc:spChg chg="add mod">
          <ac:chgData name="Wong, Nathanael Zhixin" userId="fc332088-c715-4bb6-b21f-69ae66f6c31c" providerId="ADAL" clId="{7C9D610A-4697-2946-A792-D7F28A8615D6}" dt="2021-09-07T20:17:09.898" v="1272" actId="208"/>
          <ac:spMkLst>
            <pc:docMk/>
            <pc:sldMk cId="4026804787" sldId="340"/>
            <ac:spMk id="9" creationId="{6B74B0C3-FA44-0948-9251-41AB2425E681}"/>
          </ac:spMkLst>
        </pc:spChg>
        <pc:spChg chg="add mod">
          <ac:chgData name="Wong, Nathanael Zhixin" userId="fc332088-c715-4bb6-b21f-69ae66f6c31c" providerId="ADAL" clId="{7C9D610A-4697-2946-A792-D7F28A8615D6}" dt="2021-09-07T20:17:16.191" v="1274" actId="1076"/>
          <ac:spMkLst>
            <pc:docMk/>
            <pc:sldMk cId="4026804787" sldId="340"/>
            <ac:spMk id="10" creationId="{C2A55A0B-D1EC-F745-90C4-65DCCC4B3DE5}"/>
          </ac:spMkLst>
        </pc:spChg>
        <pc:spChg chg="add mod">
          <ac:chgData name="Wong, Nathanael Zhixin" userId="fc332088-c715-4bb6-b21f-69ae66f6c31c" providerId="ADAL" clId="{7C9D610A-4697-2946-A792-D7F28A8615D6}" dt="2021-09-07T20:17:46.941" v="1283" actId="693"/>
          <ac:spMkLst>
            <pc:docMk/>
            <pc:sldMk cId="4026804787" sldId="340"/>
            <ac:spMk id="11" creationId="{AD005116-1295-5448-9F63-F97C41E8F536}"/>
          </ac:spMkLst>
        </pc:spChg>
        <pc:spChg chg="add mod">
          <ac:chgData name="Wong, Nathanael Zhixin" userId="fc332088-c715-4bb6-b21f-69ae66f6c31c" providerId="ADAL" clId="{7C9D610A-4697-2946-A792-D7F28A8615D6}" dt="2021-09-07T20:17:58.120" v="1287" actId="1076"/>
          <ac:spMkLst>
            <pc:docMk/>
            <pc:sldMk cId="4026804787" sldId="340"/>
            <ac:spMk id="12" creationId="{25BF158A-DD80-C04C-B20B-C6467BF02F4F}"/>
          </ac:spMkLst>
        </pc:spChg>
        <pc:picChg chg="add del mod">
          <ac:chgData name="Wong, Nathanael Zhixin" userId="fc332088-c715-4bb6-b21f-69ae66f6c31c" providerId="ADAL" clId="{7C9D610A-4697-2946-A792-D7F28A8615D6}" dt="2021-09-07T20:15:01.559" v="1247" actId="478"/>
          <ac:picMkLst>
            <pc:docMk/>
            <pc:sldMk cId="4026804787" sldId="340"/>
            <ac:picMk id="4" creationId="{CC13E701-62AA-414C-BD03-DF3E4B968F0C}"/>
          </ac:picMkLst>
        </pc:picChg>
        <pc:picChg chg="add mod">
          <ac:chgData name="Wong, Nathanael Zhixin" userId="fc332088-c715-4bb6-b21f-69ae66f6c31c" providerId="ADAL" clId="{7C9D610A-4697-2946-A792-D7F28A8615D6}" dt="2021-09-07T20:16:00.221" v="1255" actId="1076"/>
          <ac:picMkLst>
            <pc:docMk/>
            <pc:sldMk cId="4026804787" sldId="340"/>
            <ac:picMk id="5" creationId="{7898CD48-8EC7-1A46-ACF7-D444FB2D4CDC}"/>
          </ac:picMkLst>
        </pc:picChg>
        <pc:picChg chg="add mod modCrop">
          <ac:chgData name="Wong, Nathanael Zhixin" userId="fc332088-c715-4bb6-b21f-69ae66f6c31c" providerId="ADAL" clId="{7C9D610A-4697-2946-A792-D7F28A8615D6}" dt="2021-09-07T20:16:01.743" v="1256" actId="1076"/>
          <ac:picMkLst>
            <pc:docMk/>
            <pc:sldMk cId="4026804787" sldId="340"/>
            <ac:picMk id="6" creationId="{16ECA9AD-FD4D-0641-9FC5-81917760BD5A}"/>
          </ac:picMkLst>
        </pc:picChg>
      </pc:sldChg>
      <pc:sldChg chg="delSp add del mod">
        <pc:chgData name="Wong, Nathanael Zhixin" userId="fc332088-c715-4bb6-b21f-69ae66f6c31c" providerId="ADAL" clId="{7C9D610A-4697-2946-A792-D7F28A8615D6}" dt="2021-09-07T20:29:54.761" v="1482" actId="2696"/>
        <pc:sldMkLst>
          <pc:docMk/>
          <pc:sldMk cId="3286784" sldId="341"/>
        </pc:sldMkLst>
        <pc:picChg chg="del">
          <ac:chgData name="Wong, Nathanael Zhixin" userId="fc332088-c715-4bb6-b21f-69ae66f6c31c" providerId="ADAL" clId="{7C9D610A-4697-2946-A792-D7F28A8615D6}" dt="2021-09-07T20:15:44.751" v="1251" actId="21"/>
          <ac:picMkLst>
            <pc:docMk/>
            <pc:sldMk cId="3286784" sldId="341"/>
            <ac:picMk id="5" creationId="{AE3B1931-B7AC-9C4A-8A9D-CF56EE0F7EF2}"/>
          </ac:picMkLst>
        </pc:picChg>
      </pc:sldChg>
      <pc:sldChg chg="addSp delSp modSp add mod">
        <pc:chgData name="Wong, Nathanael Zhixin" userId="fc332088-c715-4bb6-b21f-69ae66f6c31c" providerId="ADAL" clId="{7C9D610A-4697-2946-A792-D7F28A8615D6}" dt="2021-09-07T20:32:24.480" v="1764" actId="1076"/>
        <pc:sldMkLst>
          <pc:docMk/>
          <pc:sldMk cId="435161342" sldId="342"/>
        </pc:sldMkLst>
        <pc:spChg chg="mod">
          <ac:chgData name="Wong, Nathanael Zhixin" userId="fc332088-c715-4bb6-b21f-69ae66f6c31c" providerId="ADAL" clId="{7C9D610A-4697-2946-A792-D7F28A8615D6}" dt="2021-09-07T20:32:21.240" v="1763" actId="20577"/>
          <ac:spMkLst>
            <pc:docMk/>
            <pc:sldMk cId="435161342" sldId="342"/>
            <ac:spMk id="3" creationId="{AA912E95-5E77-E746-892F-E196E218B1A4}"/>
          </ac:spMkLst>
        </pc:spChg>
        <pc:spChg chg="del">
          <ac:chgData name="Wong, Nathanael Zhixin" userId="fc332088-c715-4bb6-b21f-69ae66f6c31c" providerId="ADAL" clId="{7C9D610A-4697-2946-A792-D7F28A8615D6}" dt="2021-09-07T20:18:14.473" v="1289" actId="478"/>
          <ac:spMkLst>
            <pc:docMk/>
            <pc:sldMk cId="435161342" sldId="342"/>
            <ac:spMk id="7" creationId="{7DDBB070-1B41-9A4D-A6BE-C4950A158680}"/>
          </ac:spMkLst>
        </pc:spChg>
        <pc:spChg chg="del">
          <ac:chgData name="Wong, Nathanael Zhixin" userId="fc332088-c715-4bb6-b21f-69ae66f6c31c" providerId="ADAL" clId="{7C9D610A-4697-2946-A792-D7F28A8615D6}" dt="2021-09-07T20:18:14.473" v="1289" actId="478"/>
          <ac:spMkLst>
            <pc:docMk/>
            <pc:sldMk cId="435161342" sldId="342"/>
            <ac:spMk id="8" creationId="{8B32753B-4BB5-0945-BAB5-EBFDDD1E5EA3}"/>
          </ac:spMkLst>
        </pc:spChg>
        <pc:spChg chg="del">
          <ac:chgData name="Wong, Nathanael Zhixin" userId="fc332088-c715-4bb6-b21f-69ae66f6c31c" providerId="ADAL" clId="{7C9D610A-4697-2946-A792-D7F28A8615D6}" dt="2021-09-07T20:18:14.473" v="1289" actId="478"/>
          <ac:spMkLst>
            <pc:docMk/>
            <pc:sldMk cId="435161342" sldId="342"/>
            <ac:spMk id="9" creationId="{6B74B0C3-FA44-0948-9251-41AB2425E681}"/>
          </ac:spMkLst>
        </pc:spChg>
        <pc:spChg chg="del">
          <ac:chgData name="Wong, Nathanael Zhixin" userId="fc332088-c715-4bb6-b21f-69ae66f6c31c" providerId="ADAL" clId="{7C9D610A-4697-2946-A792-D7F28A8615D6}" dt="2021-09-07T20:18:14.473" v="1289" actId="478"/>
          <ac:spMkLst>
            <pc:docMk/>
            <pc:sldMk cId="435161342" sldId="342"/>
            <ac:spMk id="10" creationId="{C2A55A0B-D1EC-F745-90C4-65DCCC4B3DE5}"/>
          </ac:spMkLst>
        </pc:spChg>
        <pc:spChg chg="del">
          <ac:chgData name="Wong, Nathanael Zhixin" userId="fc332088-c715-4bb6-b21f-69ae66f6c31c" providerId="ADAL" clId="{7C9D610A-4697-2946-A792-D7F28A8615D6}" dt="2021-09-07T20:18:14.473" v="1289" actId="478"/>
          <ac:spMkLst>
            <pc:docMk/>
            <pc:sldMk cId="435161342" sldId="342"/>
            <ac:spMk id="11" creationId="{AD005116-1295-5448-9F63-F97C41E8F536}"/>
          </ac:spMkLst>
        </pc:spChg>
        <pc:spChg chg="del">
          <ac:chgData name="Wong, Nathanael Zhixin" userId="fc332088-c715-4bb6-b21f-69ae66f6c31c" providerId="ADAL" clId="{7C9D610A-4697-2946-A792-D7F28A8615D6}" dt="2021-09-07T20:18:14.473" v="1289" actId="478"/>
          <ac:spMkLst>
            <pc:docMk/>
            <pc:sldMk cId="435161342" sldId="342"/>
            <ac:spMk id="12" creationId="{25BF158A-DD80-C04C-B20B-C6467BF02F4F}"/>
          </ac:spMkLst>
        </pc:spChg>
        <pc:picChg chg="del">
          <ac:chgData name="Wong, Nathanael Zhixin" userId="fc332088-c715-4bb6-b21f-69ae66f6c31c" providerId="ADAL" clId="{7C9D610A-4697-2946-A792-D7F28A8615D6}" dt="2021-09-07T20:18:16.352" v="1290" actId="478"/>
          <ac:picMkLst>
            <pc:docMk/>
            <pc:sldMk cId="435161342" sldId="342"/>
            <ac:picMk id="5" creationId="{7898CD48-8EC7-1A46-ACF7-D444FB2D4CDC}"/>
          </ac:picMkLst>
        </pc:picChg>
        <pc:picChg chg="del">
          <ac:chgData name="Wong, Nathanael Zhixin" userId="fc332088-c715-4bb6-b21f-69ae66f6c31c" providerId="ADAL" clId="{7C9D610A-4697-2946-A792-D7F28A8615D6}" dt="2021-09-07T20:18:16.352" v="1290" actId="478"/>
          <ac:picMkLst>
            <pc:docMk/>
            <pc:sldMk cId="435161342" sldId="342"/>
            <ac:picMk id="6" creationId="{16ECA9AD-FD4D-0641-9FC5-81917760BD5A}"/>
          </ac:picMkLst>
        </pc:picChg>
        <pc:picChg chg="add mod">
          <ac:chgData name="Wong, Nathanael Zhixin" userId="fc332088-c715-4bb6-b21f-69ae66f6c31c" providerId="ADAL" clId="{7C9D610A-4697-2946-A792-D7F28A8615D6}" dt="2021-09-07T20:32:24.480" v="1764" actId="1076"/>
          <ac:picMkLst>
            <pc:docMk/>
            <pc:sldMk cId="435161342" sldId="342"/>
            <ac:picMk id="13" creationId="{ECC2F390-FAC3-BB43-ABEC-A76F04DE31B4}"/>
          </ac:picMkLst>
        </pc:picChg>
      </pc:sldChg>
      <pc:sldChg chg="addSp modSp new mod">
        <pc:chgData name="Wong, Nathanael Zhixin" userId="fc332088-c715-4bb6-b21f-69ae66f6c31c" providerId="ADAL" clId="{7C9D610A-4697-2946-A792-D7F28A8615D6}" dt="2021-09-07T20:37:26.863" v="1998" actId="14100"/>
        <pc:sldMkLst>
          <pc:docMk/>
          <pc:sldMk cId="2362931599" sldId="343"/>
        </pc:sldMkLst>
        <pc:spChg chg="mod">
          <ac:chgData name="Wong, Nathanael Zhixin" userId="fc332088-c715-4bb6-b21f-69ae66f6c31c" providerId="ADAL" clId="{7C9D610A-4697-2946-A792-D7F28A8615D6}" dt="2021-09-07T20:33:08.949" v="1788" actId="20577"/>
          <ac:spMkLst>
            <pc:docMk/>
            <pc:sldMk cId="2362931599" sldId="343"/>
            <ac:spMk id="2" creationId="{64C0EE3B-9AD4-AE4C-8EF7-D87BEE85D388}"/>
          </ac:spMkLst>
        </pc:spChg>
        <pc:spChg chg="mod">
          <ac:chgData name="Wong, Nathanael Zhixin" userId="fc332088-c715-4bb6-b21f-69ae66f6c31c" providerId="ADAL" clId="{7C9D610A-4697-2946-A792-D7F28A8615D6}" dt="2021-09-07T20:35:09.596" v="1895" actId="166"/>
          <ac:spMkLst>
            <pc:docMk/>
            <pc:sldMk cId="2362931599" sldId="343"/>
            <ac:spMk id="3" creationId="{1A2FBBE6-1272-A340-901A-EEC3EE7EB35E}"/>
          </ac:spMkLst>
        </pc:spChg>
        <pc:spChg chg="add mod">
          <ac:chgData name="Wong, Nathanael Zhixin" userId="fc332088-c715-4bb6-b21f-69ae66f6c31c" providerId="ADAL" clId="{7C9D610A-4697-2946-A792-D7F28A8615D6}" dt="2021-09-07T20:36:04.691" v="1903" actId="1076"/>
          <ac:spMkLst>
            <pc:docMk/>
            <pc:sldMk cId="2362931599" sldId="343"/>
            <ac:spMk id="8" creationId="{307374E8-790F-9A4C-9156-987D895722E0}"/>
          </ac:spMkLst>
        </pc:spChg>
        <pc:spChg chg="add mod">
          <ac:chgData name="Wong, Nathanael Zhixin" userId="fc332088-c715-4bb6-b21f-69ae66f6c31c" providerId="ADAL" clId="{7C9D610A-4697-2946-A792-D7F28A8615D6}" dt="2021-09-07T20:36:34.423" v="1939" actId="1076"/>
          <ac:spMkLst>
            <pc:docMk/>
            <pc:sldMk cId="2362931599" sldId="343"/>
            <ac:spMk id="9" creationId="{77B5CC7F-CB80-AD4B-8E8A-DD319E18E7FF}"/>
          </ac:spMkLst>
        </pc:spChg>
        <pc:spChg chg="add mod">
          <ac:chgData name="Wong, Nathanael Zhixin" userId="fc332088-c715-4bb6-b21f-69ae66f6c31c" providerId="ADAL" clId="{7C9D610A-4697-2946-A792-D7F28A8615D6}" dt="2021-09-07T20:36:51.495" v="1989" actId="20577"/>
          <ac:spMkLst>
            <pc:docMk/>
            <pc:sldMk cId="2362931599" sldId="343"/>
            <ac:spMk id="10" creationId="{E0576C71-B7F9-6342-9FFC-FF4709D15D30}"/>
          </ac:spMkLst>
        </pc:spChg>
        <pc:spChg chg="add mod">
          <ac:chgData name="Wong, Nathanael Zhixin" userId="fc332088-c715-4bb6-b21f-69ae66f6c31c" providerId="ADAL" clId="{7C9D610A-4697-2946-A792-D7F28A8615D6}" dt="2021-09-07T20:37:03.458" v="1994" actId="14100"/>
          <ac:spMkLst>
            <pc:docMk/>
            <pc:sldMk cId="2362931599" sldId="343"/>
            <ac:spMk id="11" creationId="{5EC7BF5C-5096-CF46-85E0-F3A51206345E}"/>
          </ac:spMkLst>
        </pc:spChg>
        <pc:picChg chg="add mod">
          <ac:chgData name="Wong, Nathanael Zhixin" userId="fc332088-c715-4bb6-b21f-69ae66f6c31c" providerId="ADAL" clId="{7C9D610A-4697-2946-A792-D7F28A8615D6}" dt="2021-09-07T20:35:20.179" v="1897" actId="1076"/>
          <ac:picMkLst>
            <pc:docMk/>
            <pc:sldMk cId="2362931599" sldId="343"/>
            <ac:picMk id="5" creationId="{9C562F7C-6C81-8148-8BC7-1CFE3FD5D624}"/>
          </ac:picMkLst>
        </pc:picChg>
        <pc:picChg chg="add mod">
          <ac:chgData name="Wong, Nathanael Zhixin" userId="fc332088-c715-4bb6-b21f-69ae66f6c31c" providerId="ADAL" clId="{7C9D610A-4697-2946-A792-D7F28A8615D6}" dt="2021-09-07T20:33:56.975" v="1847" actId="1076"/>
          <ac:picMkLst>
            <pc:docMk/>
            <pc:sldMk cId="2362931599" sldId="343"/>
            <ac:picMk id="7" creationId="{5EEB6D23-6073-244E-8B50-D56CE9619116}"/>
          </ac:picMkLst>
        </pc:picChg>
        <pc:cxnChg chg="add">
          <ac:chgData name="Wong, Nathanael Zhixin" userId="fc332088-c715-4bb6-b21f-69ae66f6c31c" providerId="ADAL" clId="{7C9D610A-4697-2946-A792-D7F28A8615D6}" dt="2021-09-07T20:37:17.885" v="1995" actId="11529"/>
          <ac:cxnSpMkLst>
            <pc:docMk/>
            <pc:sldMk cId="2362931599" sldId="343"/>
            <ac:cxnSpMk id="13" creationId="{78B0CE9B-785D-F842-897D-500B6A5C136A}"/>
          </ac:cxnSpMkLst>
        </pc:cxnChg>
        <pc:cxnChg chg="add mod">
          <ac:chgData name="Wong, Nathanael Zhixin" userId="fc332088-c715-4bb6-b21f-69ae66f6c31c" providerId="ADAL" clId="{7C9D610A-4697-2946-A792-D7F28A8615D6}" dt="2021-09-07T20:37:26.863" v="1998" actId="14100"/>
          <ac:cxnSpMkLst>
            <pc:docMk/>
            <pc:sldMk cId="2362931599" sldId="343"/>
            <ac:cxnSpMk id="14" creationId="{60E3BCA4-FBEA-2D49-BE18-201689320AD1}"/>
          </ac:cxnSpMkLst>
        </pc:cxnChg>
      </pc:sldChg>
      <pc:sldChg chg="delSp modSp add del mod">
        <pc:chgData name="Wong, Nathanael Zhixin" userId="fc332088-c715-4bb6-b21f-69ae66f6c31c" providerId="ADAL" clId="{7C9D610A-4697-2946-A792-D7F28A8615D6}" dt="2021-09-07T20:37:35.202" v="1999" actId="2696"/>
        <pc:sldMkLst>
          <pc:docMk/>
          <pc:sldMk cId="3597262212" sldId="344"/>
        </pc:sldMkLst>
        <pc:spChg chg="mod">
          <ac:chgData name="Wong, Nathanael Zhixin" userId="fc332088-c715-4bb6-b21f-69ae66f6c31c" providerId="ADAL" clId="{7C9D610A-4697-2946-A792-D7F28A8615D6}" dt="2021-09-07T20:34:57.328" v="1890" actId="21"/>
          <ac:spMkLst>
            <pc:docMk/>
            <pc:sldMk cId="3597262212" sldId="344"/>
            <ac:spMk id="3" creationId="{1A2FBBE6-1272-A340-901A-EEC3EE7EB35E}"/>
          </ac:spMkLst>
        </pc:spChg>
        <pc:picChg chg="del">
          <ac:chgData name="Wong, Nathanael Zhixin" userId="fc332088-c715-4bb6-b21f-69ae66f6c31c" providerId="ADAL" clId="{7C9D610A-4697-2946-A792-D7F28A8615D6}" dt="2021-09-07T20:34:48.491" v="1850" actId="478"/>
          <ac:picMkLst>
            <pc:docMk/>
            <pc:sldMk cId="3597262212" sldId="344"/>
            <ac:picMk id="5" creationId="{9C562F7C-6C81-8148-8BC7-1CFE3FD5D624}"/>
          </ac:picMkLst>
        </pc:picChg>
        <pc:picChg chg="del">
          <ac:chgData name="Wong, Nathanael Zhixin" userId="fc332088-c715-4bb6-b21f-69ae66f6c31c" providerId="ADAL" clId="{7C9D610A-4697-2946-A792-D7F28A8615D6}" dt="2021-09-07T20:34:47.796" v="1849" actId="478"/>
          <ac:picMkLst>
            <pc:docMk/>
            <pc:sldMk cId="3597262212" sldId="344"/>
            <ac:picMk id="7" creationId="{5EEB6D23-6073-244E-8B50-D56CE9619116}"/>
          </ac:picMkLst>
        </pc:picChg>
      </pc:sldChg>
      <pc:sldChg chg="modSp add mod">
        <pc:chgData name="Wong, Nathanael Zhixin" userId="fc332088-c715-4bb6-b21f-69ae66f6c31c" providerId="ADAL" clId="{7C9D610A-4697-2946-A792-D7F28A8615D6}" dt="2021-09-07T20:38:47.475" v="2115" actId="14100"/>
        <pc:sldMkLst>
          <pc:docMk/>
          <pc:sldMk cId="4268276174" sldId="344"/>
        </pc:sldMkLst>
        <pc:spChg chg="mod">
          <ac:chgData name="Wong, Nathanael Zhixin" userId="fc332088-c715-4bb6-b21f-69ae66f6c31c" providerId="ADAL" clId="{7C9D610A-4697-2946-A792-D7F28A8615D6}" dt="2021-09-07T20:38:38.689" v="2112" actId="14100"/>
          <ac:spMkLst>
            <pc:docMk/>
            <pc:sldMk cId="4268276174" sldId="344"/>
            <ac:spMk id="8" creationId="{307374E8-790F-9A4C-9156-987D895722E0}"/>
          </ac:spMkLst>
        </pc:spChg>
        <pc:spChg chg="mod">
          <ac:chgData name="Wong, Nathanael Zhixin" userId="fc332088-c715-4bb6-b21f-69ae66f6c31c" providerId="ADAL" clId="{7C9D610A-4697-2946-A792-D7F28A8615D6}" dt="2021-09-07T20:38:44.603" v="2114" actId="1076"/>
          <ac:spMkLst>
            <pc:docMk/>
            <pc:sldMk cId="4268276174" sldId="344"/>
            <ac:spMk id="9" creationId="{77B5CC7F-CB80-AD4B-8E8A-DD319E18E7FF}"/>
          </ac:spMkLst>
        </pc:spChg>
        <pc:spChg chg="mod">
          <ac:chgData name="Wong, Nathanael Zhixin" userId="fc332088-c715-4bb6-b21f-69ae66f6c31c" providerId="ADAL" clId="{7C9D610A-4697-2946-A792-D7F28A8615D6}" dt="2021-09-07T20:38:05.569" v="2071" actId="20577"/>
          <ac:spMkLst>
            <pc:docMk/>
            <pc:sldMk cId="4268276174" sldId="344"/>
            <ac:spMk id="10" creationId="{E0576C71-B7F9-6342-9FFC-FF4709D15D30}"/>
          </ac:spMkLst>
        </pc:spChg>
        <pc:spChg chg="mod">
          <ac:chgData name="Wong, Nathanael Zhixin" userId="fc332088-c715-4bb6-b21f-69ae66f6c31c" providerId="ADAL" clId="{7C9D610A-4697-2946-A792-D7F28A8615D6}" dt="2021-09-07T20:37:50.175" v="2004" actId="14100"/>
          <ac:spMkLst>
            <pc:docMk/>
            <pc:sldMk cId="4268276174" sldId="344"/>
            <ac:spMk id="11" creationId="{5EC7BF5C-5096-CF46-85E0-F3A51206345E}"/>
          </ac:spMkLst>
        </pc:spChg>
        <pc:cxnChg chg="mod">
          <ac:chgData name="Wong, Nathanael Zhixin" userId="fc332088-c715-4bb6-b21f-69ae66f6c31c" providerId="ADAL" clId="{7C9D610A-4697-2946-A792-D7F28A8615D6}" dt="2021-09-07T20:38:47.475" v="2115" actId="14100"/>
          <ac:cxnSpMkLst>
            <pc:docMk/>
            <pc:sldMk cId="4268276174" sldId="344"/>
            <ac:cxnSpMk id="13" creationId="{78B0CE9B-785D-F842-897D-500B6A5C136A}"/>
          </ac:cxnSpMkLst>
        </pc:cxnChg>
        <pc:cxnChg chg="mod">
          <ac:chgData name="Wong, Nathanael Zhixin" userId="fc332088-c715-4bb6-b21f-69ae66f6c31c" providerId="ADAL" clId="{7C9D610A-4697-2946-A792-D7F28A8615D6}" dt="2021-09-07T20:37:53.528" v="2005" actId="14100"/>
          <ac:cxnSpMkLst>
            <pc:docMk/>
            <pc:sldMk cId="4268276174" sldId="344"/>
            <ac:cxnSpMk id="14" creationId="{60E3BCA4-FBEA-2D49-BE18-201689320AD1}"/>
          </ac:cxnSpMkLst>
        </pc:cxnChg>
      </pc:sldChg>
      <pc:sldChg chg="modSp new mod">
        <pc:chgData name="Wong, Nathanael Zhixin" userId="fc332088-c715-4bb6-b21f-69ae66f6c31c" providerId="ADAL" clId="{7C9D610A-4697-2946-A792-D7F28A8615D6}" dt="2021-09-08T19:16:26.655" v="2788" actId="20577"/>
        <pc:sldMkLst>
          <pc:docMk/>
          <pc:sldMk cId="2799114868" sldId="345"/>
        </pc:sldMkLst>
        <pc:spChg chg="mod">
          <ac:chgData name="Wong, Nathanael Zhixin" userId="fc332088-c715-4bb6-b21f-69ae66f6c31c" providerId="ADAL" clId="{7C9D610A-4697-2946-A792-D7F28A8615D6}" dt="2021-09-08T18:54:25.363" v="2175" actId="5793"/>
          <ac:spMkLst>
            <pc:docMk/>
            <pc:sldMk cId="2799114868" sldId="345"/>
            <ac:spMk id="2" creationId="{A2B4C8CA-2BB6-404F-8754-92D9EE179404}"/>
          </ac:spMkLst>
        </pc:spChg>
        <pc:spChg chg="mod">
          <ac:chgData name="Wong, Nathanael Zhixin" userId="fc332088-c715-4bb6-b21f-69ae66f6c31c" providerId="ADAL" clId="{7C9D610A-4697-2946-A792-D7F28A8615D6}" dt="2021-09-08T19:16:26.655" v="2788" actId="20577"/>
          <ac:spMkLst>
            <pc:docMk/>
            <pc:sldMk cId="2799114868" sldId="345"/>
            <ac:spMk id="3" creationId="{FBEEE8EE-DF7C-624C-B1B5-7D63FD7AEB81}"/>
          </ac:spMkLst>
        </pc:spChg>
      </pc:sldChg>
      <pc:sldChg chg="addSp delSp modSp add mod chgLayout">
        <pc:chgData name="Wong, Nathanael Zhixin" userId="fc332088-c715-4bb6-b21f-69ae66f6c31c" providerId="ADAL" clId="{7C9D610A-4697-2946-A792-D7F28A8615D6}" dt="2021-09-08T19:18:02.549" v="2961"/>
        <pc:sldMkLst>
          <pc:docMk/>
          <pc:sldMk cId="4045699473" sldId="346"/>
        </pc:sldMkLst>
        <pc:spChg chg="mod ord">
          <ac:chgData name="Wong, Nathanael Zhixin" userId="fc332088-c715-4bb6-b21f-69ae66f6c31c" providerId="ADAL" clId="{7C9D610A-4697-2946-A792-D7F28A8615D6}" dt="2021-09-08T19:16:55.853" v="2791" actId="700"/>
          <ac:spMkLst>
            <pc:docMk/>
            <pc:sldMk cId="4045699473" sldId="346"/>
            <ac:spMk id="2" creationId="{A2B4C8CA-2BB6-404F-8754-92D9EE179404}"/>
          </ac:spMkLst>
        </pc:spChg>
        <pc:spChg chg="mod ord">
          <ac:chgData name="Wong, Nathanael Zhixin" userId="fc332088-c715-4bb6-b21f-69ae66f6c31c" providerId="ADAL" clId="{7C9D610A-4697-2946-A792-D7F28A8615D6}" dt="2021-09-08T19:18:02.549" v="2961"/>
          <ac:spMkLst>
            <pc:docMk/>
            <pc:sldMk cId="4045699473" sldId="346"/>
            <ac:spMk id="3" creationId="{FBEEE8EE-DF7C-624C-B1B5-7D63FD7AEB81}"/>
          </ac:spMkLst>
        </pc:spChg>
        <pc:spChg chg="add del mod ord">
          <ac:chgData name="Wong, Nathanael Zhixin" userId="fc332088-c715-4bb6-b21f-69ae66f6c31c" providerId="ADAL" clId="{7C9D610A-4697-2946-A792-D7F28A8615D6}" dt="2021-09-08T19:17:05.193" v="2793"/>
          <ac:spMkLst>
            <pc:docMk/>
            <pc:sldMk cId="4045699473" sldId="346"/>
            <ac:spMk id="4" creationId="{D78DD4EA-E100-AF42-AD8A-0102F7AA24E4}"/>
          </ac:spMkLst>
        </pc:spChg>
        <pc:picChg chg="add mod ord">
          <ac:chgData name="Wong, Nathanael Zhixin" userId="fc332088-c715-4bb6-b21f-69ae66f6c31c" providerId="ADAL" clId="{7C9D610A-4697-2946-A792-D7F28A8615D6}" dt="2021-09-08T19:17:05.193" v="2793"/>
          <ac:picMkLst>
            <pc:docMk/>
            <pc:sldMk cId="4045699473" sldId="346"/>
            <ac:picMk id="6" creationId="{7666B141-C3CC-9B40-B338-D887B0226A95}"/>
          </ac:picMkLst>
        </pc:picChg>
      </pc:sldChg>
      <pc:sldChg chg="modSp add mod">
        <pc:chgData name="Wong, Nathanael Zhixin" userId="fc332088-c715-4bb6-b21f-69ae66f6c31c" providerId="ADAL" clId="{7C9D610A-4697-2946-A792-D7F28A8615D6}" dt="2021-09-08T21:38:49.939" v="3240" actId="20577"/>
        <pc:sldMkLst>
          <pc:docMk/>
          <pc:sldMk cId="342297659" sldId="347"/>
        </pc:sldMkLst>
        <pc:spChg chg="mod">
          <ac:chgData name="Wong, Nathanael Zhixin" userId="fc332088-c715-4bb6-b21f-69ae66f6c31c" providerId="ADAL" clId="{7C9D610A-4697-2946-A792-D7F28A8615D6}" dt="2021-09-08T21:38:49.939" v="3240" actId="20577"/>
          <ac:spMkLst>
            <pc:docMk/>
            <pc:sldMk cId="342297659" sldId="347"/>
            <ac:spMk id="3" creationId="{FBEEE8EE-DF7C-624C-B1B5-7D63FD7AEB81}"/>
          </ac:spMkLst>
        </pc:spChg>
      </pc:sldChg>
      <pc:sldChg chg="addSp modSp new mod">
        <pc:chgData name="Wong, Nathanael Zhixin" userId="fc332088-c715-4bb6-b21f-69ae66f6c31c" providerId="ADAL" clId="{7C9D610A-4697-2946-A792-D7F28A8615D6}" dt="2021-09-09T04:22:53.072" v="3407" actId="14100"/>
        <pc:sldMkLst>
          <pc:docMk/>
          <pc:sldMk cId="743808953" sldId="348"/>
        </pc:sldMkLst>
        <pc:spChg chg="mod">
          <ac:chgData name="Wong, Nathanael Zhixin" userId="fc332088-c715-4bb6-b21f-69ae66f6c31c" providerId="ADAL" clId="{7C9D610A-4697-2946-A792-D7F28A8615D6}" dt="2021-09-09T04:20:19.178" v="3279"/>
          <ac:spMkLst>
            <pc:docMk/>
            <pc:sldMk cId="743808953" sldId="348"/>
            <ac:spMk id="2" creationId="{B8CD9F50-E7CF-9D48-B67C-7A751743DEEB}"/>
          </ac:spMkLst>
        </pc:spChg>
        <pc:spChg chg="mod">
          <ac:chgData name="Wong, Nathanael Zhixin" userId="fc332088-c715-4bb6-b21f-69ae66f6c31c" providerId="ADAL" clId="{7C9D610A-4697-2946-A792-D7F28A8615D6}" dt="2021-09-09T04:20:49.945" v="3383" actId="20577"/>
          <ac:spMkLst>
            <pc:docMk/>
            <pc:sldMk cId="743808953" sldId="348"/>
            <ac:spMk id="3" creationId="{216DFBEE-8CA9-EE4B-B17A-35E272F91A7E}"/>
          </ac:spMkLst>
        </pc:spChg>
        <pc:picChg chg="add mod modCrop">
          <ac:chgData name="Wong, Nathanael Zhixin" userId="fc332088-c715-4bb6-b21f-69ae66f6c31c" providerId="ADAL" clId="{7C9D610A-4697-2946-A792-D7F28A8615D6}" dt="2021-09-09T04:22:53.072" v="3407" actId="14100"/>
          <ac:picMkLst>
            <pc:docMk/>
            <pc:sldMk cId="743808953" sldId="348"/>
            <ac:picMk id="5" creationId="{AE2D2BEA-A2B8-1140-A3B0-07B1C08134B5}"/>
          </ac:picMkLst>
        </pc:picChg>
        <pc:picChg chg="add mod modCrop">
          <ac:chgData name="Wong, Nathanael Zhixin" userId="fc332088-c715-4bb6-b21f-69ae66f6c31c" providerId="ADAL" clId="{7C9D610A-4697-2946-A792-D7F28A8615D6}" dt="2021-09-09T04:22:48.394" v="3405" actId="14100"/>
          <ac:picMkLst>
            <pc:docMk/>
            <pc:sldMk cId="743808953" sldId="348"/>
            <ac:picMk id="7" creationId="{52783827-0804-6249-A528-68BC60AE467C}"/>
          </ac:picMkLst>
        </pc:picChg>
      </pc:sldChg>
      <pc:sldChg chg="addSp delSp modSp add mod">
        <pc:chgData name="Wong, Nathanael Zhixin" userId="fc332088-c715-4bb6-b21f-69ae66f6c31c" providerId="ADAL" clId="{7C9D610A-4697-2946-A792-D7F28A8615D6}" dt="2021-09-24T01:09:54.990" v="3636" actId="18331"/>
        <pc:sldMkLst>
          <pc:docMk/>
          <pc:sldMk cId="825925104" sldId="349"/>
        </pc:sldMkLst>
        <pc:spChg chg="mod">
          <ac:chgData name="Wong, Nathanael Zhixin" userId="fc332088-c715-4bb6-b21f-69ae66f6c31c" providerId="ADAL" clId="{7C9D610A-4697-2946-A792-D7F28A8615D6}" dt="2021-09-09T04:24:55.494" v="3437" actId="20577"/>
          <ac:spMkLst>
            <pc:docMk/>
            <pc:sldMk cId="825925104" sldId="349"/>
            <ac:spMk id="3" creationId="{F0620169-4AD5-B543-9D09-93550F9984BB}"/>
          </ac:spMkLst>
        </pc:spChg>
        <pc:picChg chg="add mod">
          <ac:chgData name="Wong, Nathanael Zhixin" userId="fc332088-c715-4bb6-b21f-69ae66f6c31c" providerId="ADAL" clId="{7C9D610A-4697-2946-A792-D7F28A8615D6}" dt="2021-09-24T01:09:54.990" v="3636" actId="18331"/>
          <ac:picMkLst>
            <pc:docMk/>
            <pc:sldMk cId="825925104" sldId="349"/>
            <ac:picMk id="5" creationId="{F91D2B2D-EB57-4F4D-A85D-B1C640DE3A98}"/>
          </ac:picMkLst>
        </pc:picChg>
        <pc:picChg chg="del">
          <ac:chgData name="Wong, Nathanael Zhixin" userId="fc332088-c715-4bb6-b21f-69ae66f6c31c" providerId="ADAL" clId="{7C9D610A-4697-2946-A792-D7F28A8615D6}" dt="2021-09-09T04:28:41.968" v="3445" actId="478"/>
          <ac:picMkLst>
            <pc:docMk/>
            <pc:sldMk cId="825925104" sldId="349"/>
            <ac:picMk id="10" creationId="{0FD16FA2-7426-5B46-9D38-0E56BBF8EF8B}"/>
          </ac:picMkLst>
        </pc:picChg>
      </pc:sldChg>
      <pc:sldChg chg="new del">
        <pc:chgData name="Wong, Nathanael Zhixin" userId="fc332088-c715-4bb6-b21f-69ae66f6c31c" providerId="ADAL" clId="{7C9D610A-4697-2946-A792-D7F28A8615D6}" dt="2021-09-16T15:44:34.930" v="3551" actId="2696"/>
        <pc:sldMkLst>
          <pc:docMk/>
          <pc:sldMk cId="734109347" sldId="354"/>
        </pc:sldMkLst>
      </pc:sldChg>
      <pc:sldChg chg="addSp delSp modSp add mod ord">
        <pc:chgData name="Wong, Nathanael Zhixin" userId="fc332088-c715-4bb6-b21f-69ae66f6c31c" providerId="ADAL" clId="{7C9D610A-4697-2946-A792-D7F28A8615D6}" dt="2021-09-16T16:05:54.198" v="3635" actId="20578"/>
        <pc:sldMkLst>
          <pc:docMk/>
          <pc:sldMk cId="1785345019" sldId="354"/>
        </pc:sldMkLst>
        <pc:spChg chg="mod">
          <ac:chgData name="Wong, Nathanael Zhixin" userId="fc332088-c715-4bb6-b21f-69ae66f6c31c" providerId="ADAL" clId="{7C9D610A-4697-2946-A792-D7F28A8615D6}" dt="2021-09-16T16:03:03.175" v="3634" actId="20577"/>
          <ac:spMkLst>
            <pc:docMk/>
            <pc:sldMk cId="1785345019" sldId="354"/>
            <ac:spMk id="7" creationId="{39AA26B7-22D6-F447-A9A2-91A0135B7D2B}"/>
          </ac:spMkLst>
        </pc:spChg>
        <pc:picChg chg="del">
          <ac:chgData name="Wong, Nathanael Zhixin" userId="fc332088-c715-4bb6-b21f-69ae66f6c31c" providerId="ADAL" clId="{7C9D610A-4697-2946-A792-D7F28A8615D6}" dt="2021-09-16T15:56:19.911" v="3611" actId="478"/>
          <ac:picMkLst>
            <pc:docMk/>
            <pc:sldMk cId="1785345019" sldId="354"/>
            <ac:picMk id="4" creationId="{B346DD10-C26D-F847-A0EC-0C3742596321}"/>
          </ac:picMkLst>
        </pc:picChg>
        <pc:picChg chg="add mod">
          <ac:chgData name="Wong, Nathanael Zhixin" userId="fc332088-c715-4bb6-b21f-69ae66f6c31c" providerId="ADAL" clId="{7C9D610A-4697-2946-A792-D7F28A8615D6}" dt="2021-09-16T15:56:18.750" v="3610" actId="171"/>
          <ac:picMkLst>
            <pc:docMk/>
            <pc:sldMk cId="1785345019" sldId="354"/>
            <ac:picMk id="5" creationId="{270A6E06-2B82-C44A-B8B2-2E6509D82666}"/>
          </ac:picMkLst>
        </pc:picChg>
      </pc:sldChg>
    </pc:docChg>
  </pc:docChgLst>
  <pc:docChgLst>
    <pc:chgData name="Wong, Nathanael Zhixin" userId="fc332088-c715-4bb6-b21f-69ae66f6c31c" providerId="ADAL" clId="{0BEDE7C9-2646-9348-8D1C-9EABE212DAC8}"/>
    <pc:docChg chg="custSel addSld modSld">
      <pc:chgData name="Wong, Nathanael Zhixin" userId="fc332088-c715-4bb6-b21f-69ae66f6c31c" providerId="ADAL" clId="{0BEDE7C9-2646-9348-8D1C-9EABE212DAC8}" dt="2021-09-16T20:47:37.077" v="745" actId="20577"/>
      <pc:docMkLst>
        <pc:docMk/>
      </pc:docMkLst>
      <pc:sldChg chg="modSp mod">
        <pc:chgData name="Wong, Nathanael Zhixin" userId="fc332088-c715-4bb6-b21f-69ae66f6c31c" providerId="ADAL" clId="{0BEDE7C9-2646-9348-8D1C-9EABE212DAC8}" dt="2021-09-09T19:56:44.238" v="45" actId="20577"/>
        <pc:sldMkLst>
          <pc:docMk/>
          <pc:sldMk cId="1189211748" sldId="256"/>
        </pc:sldMkLst>
        <pc:spChg chg="mod">
          <ac:chgData name="Wong, Nathanael Zhixin" userId="fc332088-c715-4bb6-b21f-69ae66f6c31c" providerId="ADAL" clId="{0BEDE7C9-2646-9348-8D1C-9EABE212DAC8}" dt="2021-09-09T19:56:44.238" v="45" actId="20577"/>
          <ac:spMkLst>
            <pc:docMk/>
            <pc:sldMk cId="1189211748" sldId="256"/>
            <ac:spMk id="2" creationId="{0F171309-6524-6640-8137-056FB0F1A2B1}"/>
          </ac:spMkLst>
        </pc:spChg>
      </pc:sldChg>
      <pc:sldChg chg="addSp delSp modSp mod">
        <pc:chgData name="Wong, Nathanael Zhixin" userId="fc332088-c715-4bb6-b21f-69ae66f6c31c" providerId="ADAL" clId="{0BEDE7C9-2646-9348-8D1C-9EABE212DAC8}" dt="2021-09-14T20:16:38.991" v="282" actId="21"/>
        <pc:sldMkLst>
          <pc:docMk/>
          <pc:sldMk cId="2628772291" sldId="338"/>
        </pc:sldMkLst>
        <pc:picChg chg="add del mod">
          <ac:chgData name="Wong, Nathanael Zhixin" userId="fc332088-c715-4bb6-b21f-69ae66f6c31c" providerId="ADAL" clId="{0BEDE7C9-2646-9348-8D1C-9EABE212DAC8}" dt="2021-09-14T20:16:38.991" v="282" actId="21"/>
          <ac:picMkLst>
            <pc:docMk/>
            <pc:sldMk cId="2628772291" sldId="338"/>
            <ac:picMk id="7" creationId="{0000D309-5C4D-FC46-8806-E8DEE8C63394}"/>
          </ac:picMkLst>
        </pc:picChg>
      </pc:sldChg>
      <pc:sldChg chg="modNotesTx">
        <pc:chgData name="Wong, Nathanael Zhixin" userId="fc332088-c715-4bb6-b21f-69ae66f6c31c" providerId="ADAL" clId="{0BEDE7C9-2646-9348-8D1C-9EABE212DAC8}" dt="2021-09-16T20:47:37.077" v="745" actId="20577"/>
        <pc:sldMkLst>
          <pc:docMk/>
          <pc:sldMk cId="2799114868" sldId="345"/>
        </pc:sldMkLst>
      </pc:sldChg>
      <pc:sldChg chg="modNotesTx">
        <pc:chgData name="Wong, Nathanael Zhixin" userId="fc332088-c715-4bb6-b21f-69ae66f6c31c" providerId="ADAL" clId="{0BEDE7C9-2646-9348-8D1C-9EABE212DAC8}" dt="2021-09-16T20:47:25.256" v="715" actId="20577"/>
        <pc:sldMkLst>
          <pc:docMk/>
          <pc:sldMk cId="4045699473" sldId="346"/>
        </pc:sldMkLst>
      </pc:sldChg>
      <pc:sldChg chg="addSp delSp modSp new mod chgLayout">
        <pc:chgData name="Wong, Nathanael Zhixin" userId="fc332088-c715-4bb6-b21f-69ae66f6c31c" providerId="ADAL" clId="{0BEDE7C9-2646-9348-8D1C-9EABE212DAC8}" dt="2021-09-14T20:12:35.627" v="271" actId="20577"/>
        <pc:sldMkLst>
          <pc:docMk/>
          <pc:sldMk cId="3344713010" sldId="350"/>
        </pc:sldMkLst>
        <pc:spChg chg="mod ord">
          <ac:chgData name="Wong, Nathanael Zhixin" userId="fc332088-c715-4bb6-b21f-69ae66f6c31c" providerId="ADAL" clId="{0BEDE7C9-2646-9348-8D1C-9EABE212DAC8}" dt="2021-09-14T20:12:13.173" v="141" actId="700"/>
          <ac:spMkLst>
            <pc:docMk/>
            <pc:sldMk cId="3344713010" sldId="350"/>
            <ac:spMk id="2" creationId="{DF388E10-7099-E746-B8E6-885C1AE70630}"/>
          </ac:spMkLst>
        </pc:spChg>
        <pc:spChg chg="del mod ord">
          <ac:chgData name="Wong, Nathanael Zhixin" userId="fc332088-c715-4bb6-b21f-69ae66f6c31c" providerId="ADAL" clId="{0BEDE7C9-2646-9348-8D1C-9EABE212DAC8}" dt="2021-09-14T20:12:13.173" v="141" actId="700"/>
          <ac:spMkLst>
            <pc:docMk/>
            <pc:sldMk cId="3344713010" sldId="350"/>
            <ac:spMk id="3" creationId="{7A00D9EE-723B-9D47-B6DF-4C033E0DF9D5}"/>
          </ac:spMkLst>
        </pc:spChg>
        <pc:spChg chg="del">
          <ac:chgData name="Wong, Nathanael Zhixin" userId="fc332088-c715-4bb6-b21f-69ae66f6c31c" providerId="ADAL" clId="{0BEDE7C9-2646-9348-8D1C-9EABE212DAC8}" dt="2021-09-14T20:12:13.173" v="141" actId="700"/>
          <ac:spMkLst>
            <pc:docMk/>
            <pc:sldMk cId="3344713010" sldId="350"/>
            <ac:spMk id="4" creationId="{4A51F961-F853-2341-8603-C217F3FA727E}"/>
          </ac:spMkLst>
        </pc:spChg>
        <pc:spChg chg="add mod ord">
          <ac:chgData name="Wong, Nathanael Zhixin" userId="fc332088-c715-4bb6-b21f-69ae66f6c31c" providerId="ADAL" clId="{0BEDE7C9-2646-9348-8D1C-9EABE212DAC8}" dt="2021-09-14T20:12:35.627" v="271" actId="20577"/>
          <ac:spMkLst>
            <pc:docMk/>
            <pc:sldMk cId="3344713010" sldId="350"/>
            <ac:spMk id="5" creationId="{B34EB075-594D-A541-B644-DC30C7C6C859}"/>
          </ac:spMkLst>
        </pc:spChg>
      </pc:sldChg>
      <pc:sldChg chg="addSp delSp modSp new mod">
        <pc:chgData name="Wong, Nathanael Zhixin" userId="fc332088-c715-4bb6-b21f-69ae66f6c31c" providerId="ADAL" clId="{0BEDE7C9-2646-9348-8D1C-9EABE212DAC8}" dt="2021-09-14T20:18:10.434" v="547" actId="21"/>
        <pc:sldMkLst>
          <pc:docMk/>
          <pc:sldMk cId="4193732645" sldId="351"/>
        </pc:sldMkLst>
        <pc:spChg chg="mod">
          <ac:chgData name="Wong, Nathanael Zhixin" userId="fc332088-c715-4bb6-b21f-69ae66f6c31c" providerId="ADAL" clId="{0BEDE7C9-2646-9348-8D1C-9EABE212DAC8}" dt="2021-09-14T20:15:35.954" v="273"/>
          <ac:spMkLst>
            <pc:docMk/>
            <pc:sldMk cId="4193732645" sldId="351"/>
            <ac:spMk id="2" creationId="{D9766B46-54DB-774A-9599-CFB51EE70905}"/>
          </ac:spMkLst>
        </pc:spChg>
        <pc:spChg chg="del">
          <ac:chgData name="Wong, Nathanael Zhixin" userId="fc332088-c715-4bb6-b21f-69ae66f6c31c" providerId="ADAL" clId="{0BEDE7C9-2646-9348-8D1C-9EABE212DAC8}" dt="2021-09-14T20:16:26.989" v="275"/>
          <ac:spMkLst>
            <pc:docMk/>
            <pc:sldMk cId="4193732645" sldId="351"/>
            <ac:spMk id="3" creationId="{4E0CBB9D-B202-914B-A4BB-64D21BE528C8}"/>
          </ac:spMkLst>
        </pc:spChg>
        <pc:spChg chg="add mod">
          <ac:chgData name="Wong, Nathanael Zhixin" userId="fc332088-c715-4bb6-b21f-69ae66f6c31c" providerId="ADAL" clId="{0BEDE7C9-2646-9348-8D1C-9EABE212DAC8}" dt="2021-09-14T20:17:32.864" v="481" actId="20577"/>
          <ac:spMkLst>
            <pc:docMk/>
            <pc:sldMk cId="4193732645" sldId="351"/>
            <ac:spMk id="7" creationId="{39AA26B7-22D6-F447-A9A2-91A0135B7D2B}"/>
          </ac:spMkLst>
        </pc:spChg>
        <pc:picChg chg="add del mod ord">
          <ac:chgData name="Wong, Nathanael Zhixin" userId="fc332088-c715-4bb6-b21f-69ae66f6c31c" providerId="ADAL" clId="{0BEDE7C9-2646-9348-8D1C-9EABE212DAC8}" dt="2021-09-14T20:16:29.027" v="278" actId="21"/>
          <ac:picMkLst>
            <pc:docMk/>
            <pc:sldMk cId="4193732645" sldId="351"/>
            <ac:picMk id="5" creationId="{10EB15E2-6091-4D43-8391-AB0319F5424B}"/>
          </ac:picMkLst>
        </pc:picChg>
        <pc:picChg chg="add mod">
          <ac:chgData name="Wong, Nathanael Zhixin" userId="fc332088-c715-4bb6-b21f-69ae66f6c31c" providerId="ADAL" clId="{0BEDE7C9-2646-9348-8D1C-9EABE212DAC8}" dt="2021-09-14T20:16:41.557" v="283"/>
          <ac:picMkLst>
            <pc:docMk/>
            <pc:sldMk cId="4193732645" sldId="351"/>
            <ac:picMk id="8" creationId="{55A9E2C5-1C4B-C440-997D-1F62D6B52566}"/>
          </ac:picMkLst>
        </pc:picChg>
        <pc:picChg chg="add del mod">
          <ac:chgData name="Wong, Nathanael Zhixin" userId="fc332088-c715-4bb6-b21f-69ae66f6c31c" providerId="ADAL" clId="{0BEDE7C9-2646-9348-8D1C-9EABE212DAC8}" dt="2021-09-14T20:18:10.434" v="547" actId="21"/>
          <ac:picMkLst>
            <pc:docMk/>
            <pc:sldMk cId="4193732645" sldId="351"/>
            <ac:picMk id="10" creationId="{355F923D-3122-B749-A7C1-40AD7C487306}"/>
          </ac:picMkLst>
        </pc:picChg>
      </pc:sldChg>
      <pc:sldChg chg="addSp delSp modSp add mod">
        <pc:chgData name="Wong, Nathanael Zhixin" userId="fc332088-c715-4bb6-b21f-69ae66f6c31c" providerId="ADAL" clId="{0BEDE7C9-2646-9348-8D1C-9EABE212DAC8}" dt="2021-09-14T20:18:18.215" v="549" actId="1076"/>
        <pc:sldMkLst>
          <pc:docMk/>
          <pc:sldMk cId="3852553798" sldId="352"/>
        </pc:sldMkLst>
        <pc:spChg chg="mod">
          <ac:chgData name="Wong, Nathanael Zhixin" userId="fc332088-c715-4bb6-b21f-69ae66f6c31c" providerId="ADAL" clId="{0BEDE7C9-2646-9348-8D1C-9EABE212DAC8}" dt="2021-09-14T20:17:45.582" v="539" actId="20577"/>
          <ac:spMkLst>
            <pc:docMk/>
            <pc:sldMk cId="3852553798" sldId="352"/>
            <ac:spMk id="7" creationId="{39AA26B7-22D6-F447-A9A2-91A0135B7D2B}"/>
          </ac:spMkLst>
        </pc:spChg>
        <pc:picChg chg="add mod">
          <ac:chgData name="Wong, Nathanael Zhixin" userId="fc332088-c715-4bb6-b21f-69ae66f6c31c" providerId="ADAL" clId="{0BEDE7C9-2646-9348-8D1C-9EABE212DAC8}" dt="2021-09-14T20:18:18.215" v="549" actId="1076"/>
          <ac:picMkLst>
            <pc:docMk/>
            <pc:sldMk cId="3852553798" sldId="352"/>
            <ac:picMk id="5" creationId="{0A6F9CCA-8E91-804E-B7ED-0447CF0F6D64}"/>
          </ac:picMkLst>
        </pc:picChg>
        <pc:picChg chg="del">
          <ac:chgData name="Wong, Nathanael Zhixin" userId="fc332088-c715-4bb6-b21f-69ae66f6c31c" providerId="ADAL" clId="{0BEDE7C9-2646-9348-8D1C-9EABE212DAC8}" dt="2021-09-14T20:17:47.069" v="540" actId="478"/>
          <ac:picMkLst>
            <pc:docMk/>
            <pc:sldMk cId="3852553798" sldId="352"/>
            <ac:picMk id="8" creationId="{55A9E2C5-1C4B-C440-997D-1F62D6B52566}"/>
          </ac:picMkLst>
        </pc:picChg>
      </pc:sldChg>
      <pc:sldChg chg="addSp delSp modSp add mod">
        <pc:chgData name="Wong, Nathanael Zhixin" userId="fc332088-c715-4bb6-b21f-69ae66f6c31c" providerId="ADAL" clId="{0BEDE7C9-2646-9348-8D1C-9EABE212DAC8}" dt="2021-09-14T20:21:30.849" v="652" actId="20577"/>
        <pc:sldMkLst>
          <pc:docMk/>
          <pc:sldMk cId="2437227634" sldId="353"/>
        </pc:sldMkLst>
        <pc:spChg chg="mod">
          <ac:chgData name="Wong, Nathanael Zhixin" userId="fc332088-c715-4bb6-b21f-69ae66f6c31c" providerId="ADAL" clId="{0BEDE7C9-2646-9348-8D1C-9EABE212DAC8}" dt="2021-09-14T20:21:30.849" v="652" actId="20577"/>
          <ac:spMkLst>
            <pc:docMk/>
            <pc:sldMk cId="2437227634" sldId="353"/>
            <ac:spMk id="7" creationId="{39AA26B7-22D6-F447-A9A2-91A0135B7D2B}"/>
          </ac:spMkLst>
        </pc:spChg>
        <pc:picChg chg="add mod">
          <ac:chgData name="Wong, Nathanael Zhixin" userId="fc332088-c715-4bb6-b21f-69ae66f6c31c" providerId="ADAL" clId="{0BEDE7C9-2646-9348-8D1C-9EABE212DAC8}" dt="2021-09-14T20:21:05.699" v="557" actId="171"/>
          <ac:picMkLst>
            <pc:docMk/>
            <pc:sldMk cId="2437227634" sldId="353"/>
            <ac:picMk id="4" creationId="{B346DD10-C26D-F847-A0EC-0C3742596321}"/>
          </ac:picMkLst>
        </pc:picChg>
        <pc:picChg chg="del">
          <ac:chgData name="Wong, Nathanael Zhixin" userId="fc332088-c715-4bb6-b21f-69ae66f6c31c" providerId="ADAL" clId="{0BEDE7C9-2646-9348-8D1C-9EABE212DAC8}" dt="2021-09-14T20:21:06.885" v="558" actId="478"/>
          <ac:picMkLst>
            <pc:docMk/>
            <pc:sldMk cId="2437227634" sldId="353"/>
            <ac:picMk id="5" creationId="{0A6F9CCA-8E91-804E-B7ED-0447CF0F6D64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EFC5B3-379E-EF40-A0D2-38E640436CC2}" type="datetimeFigureOut">
              <a:rPr lang="en-US" smtClean="0">
                <a:latin typeface="Arial"/>
              </a:rPr>
              <a:t>9/23/21</a:t>
            </a:fld>
            <a:endParaRPr lang="en-US">
              <a:latin typeface="Arial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rial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29101-7F9C-2D47-B95D-7561785BF174}" type="slidenum">
              <a:rPr lang="en-US" smtClean="0">
                <a:latin typeface="Arial"/>
              </a:rPr>
              <a:t>‹#›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61175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5FD0FF-108E-5649-86F7-FD804B346A77}" type="datetimeFigureOut">
              <a:rPr lang="en-GB" smtClean="0"/>
              <a:t>23/09/2021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DAEDF7-104F-8244-92A2-539A15AB19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2195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annotations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DAEDF7-104F-8244-92A2-539A15AB19A4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77865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1-moment microphysics, be able to explain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DAEDF7-104F-8244-92A2-539A15AB19A4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38283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DAEDF7-104F-8244-92A2-539A15AB19A4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14880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DAEDF7-104F-8244-92A2-539A15AB19A4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28683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DAEDF7-104F-8244-92A2-539A15AB19A4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5071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DAEDF7-104F-8244-92A2-539A15AB19A4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69574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DAEDF7-104F-8244-92A2-539A15AB19A4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08978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DAEDF7-104F-8244-92A2-539A15AB19A4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47821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DAEDF7-104F-8244-92A2-539A15AB19A4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05135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DAEDF7-104F-8244-92A2-539A15AB19A4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64526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Moar</a:t>
            </a:r>
            <a:r>
              <a:rPr lang="en-US" dirty="0"/>
              <a:t> lit </a:t>
            </a:r>
            <a:r>
              <a:rPr lang="en-US" dirty="0" err="1"/>
              <a:t>reviewsssss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DAEDF7-104F-8244-92A2-539A15AB19A4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27554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Fourier analysis for resonance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DAEDF7-104F-8244-92A2-539A15AB19A4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89248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9/23/21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405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9/23/21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943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06900"/>
            <a:ext cx="82296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906713"/>
            <a:ext cx="82296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9/23/21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584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839884"/>
            <a:ext cx="4038600" cy="384223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39885"/>
            <a:ext cx="4038600" cy="384223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9/23/21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5388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4994"/>
            <a:ext cx="4040188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94757"/>
            <a:ext cx="4040188" cy="31745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854994"/>
            <a:ext cx="4041775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94756"/>
            <a:ext cx="4041775" cy="317452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9/23/21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490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9/23/21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849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9/23/21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485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88618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788618"/>
            <a:ext cx="5111750" cy="539820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25147"/>
            <a:ext cx="3008313" cy="406167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9/23/21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774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9/23/21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899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636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89194"/>
            <a:ext cx="8229600" cy="38761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815373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9F1CC899-6CEC-9548-B06D-7E1EB6F78CA3}" type="datetimeFigureOut">
              <a:rPr lang="en-US" smtClean="0"/>
              <a:pPr/>
              <a:t>9/23/21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815373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815373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8E6562B1-0B0F-0246-9532-09536BC2AE5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BCF5BE-30E4-844E-8194-AB7894AB12BA}"/>
              </a:ext>
            </a:extLst>
          </p:cNvPr>
          <p:cNvSpPr/>
          <p:nvPr userDrawn="1"/>
        </p:nvSpPr>
        <p:spPr>
          <a:xfrm>
            <a:off x="0" y="6492875"/>
            <a:ext cx="9144000" cy="365125"/>
          </a:xfrm>
          <a:prstGeom prst="rect">
            <a:avLst/>
          </a:prstGeom>
          <a:solidFill>
            <a:srgbClr val="7F08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116FD7-E9C3-FC44-B58D-48F11C30B62B}"/>
              </a:ext>
            </a:extLst>
          </p:cNvPr>
          <p:cNvSpPr/>
          <p:nvPr userDrawn="1"/>
        </p:nvSpPr>
        <p:spPr>
          <a:xfrm>
            <a:off x="0" y="1"/>
            <a:ext cx="9144000" cy="6957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7FFC6D-B35C-994C-B886-6EE18192693C}"/>
              </a:ext>
            </a:extLst>
          </p:cNvPr>
          <p:cNvSpPr/>
          <p:nvPr userDrawn="1"/>
        </p:nvSpPr>
        <p:spPr>
          <a:xfrm>
            <a:off x="0" y="94629"/>
            <a:ext cx="9144000" cy="6957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BAD3504-2638-9C4B-8491-64F3C52B75F4}"/>
              </a:ext>
            </a:extLst>
          </p:cNvPr>
          <p:cNvSpPr/>
          <p:nvPr userDrawn="1"/>
        </p:nvSpPr>
        <p:spPr>
          <a:xfrm>
            <a:off x="0" y="185910"/>
            <a:ext cx="9144000" cy="6957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930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457200" rtl="0" eaLnBrk="1" latinLnBrk="0" hangingPunct="1">
        <a:spcBef>
          <a:spcPct val="0"/>
        </a:spcBef>
        <a:buNone/>
        <a:defRPr sz="3600" b="1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Arial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Arial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Arial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Arial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71309-6524-6640-8137-056FB0F1A2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219201"/>
            <a:ext cx="7772400" cy="2381250"/>
          </a:xfrm>
        </p:spPr>
        <p:txBody>
          <a:bodyPr anchor="b" anchorCtr="0">
            <a:normAutofit/>
          </a:bodyPr>
          <a:lstStyle/>
          <a:p>
            <a:r>
              <a:rPr lang="en-US" sz="2800"/>
              <a:t>Exploring the Weak Temperature Gradiennt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10F663-2AD5-D843-B81B-5F22035E9B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/>
              <a:t>Presented By:</a:t>
            </a:r>
            <a:r>
              <a:rPr lang="en-US"/>
              <a:t> Nathanael Wong</a:t>
            </a:r>
          </a:p>
        </p:txBody>
      </p:sp>
    </p:spTree>
    <p:extLst>
      <p:ext uri="{BB962C8B-B14F-4D97-AF65-F5344CB8AC3E}">
        <p14:creationId xmlns:p14="http://schemas.microsoft.com/office/powerpoint/2010/main" val="1189211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A6289-32ED-9847-897E-C88EAA326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00307-5222-BB46-88A9-7998B3C99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/>
              <a:t>What is the Weak Temperature Gradient (WTG)?</a:t>
            </a:r>
          </a:p>
          <a:p>
            <a:pPr lvl="1"/>
            <a:r>
              <a:rPr lang="en-US"/>
              <a:t>A brief introduction for people who have not heard me present before</a:t>
            </a:r>
          </a:p>
          <a:p>
            <a:pPr lvl="1"/>
            <a:r>
              <a:rPr lang="en-US"/>
              <a:t>Using the WTG approximation in climate modelling</a:t>
            </a:r>
          </a:p>
          <a:p>
            <a:pPr lvl="1"/>
            <a:endParaRPr lang="en-US"/>
          </a:p>
          <a:p>
            <a:pPr marL="457200" indent="-457200">
              <a:buFont typeface="+mj-lt"/>
              <a:buAutoNum type="arabicPeriod"/>
            </a:pPr>
            <a:r>
              <a:rPr lang="en-US"/>
              <a:t>Research Updates!</a:t>
            </a:r>
          </a:p>
          <a:p>
            <a:pPr lvl="1"/>
            <a:r>
              <a:rPr lang="en-US"/>
              <a:t>Bulk surface flux experiments</a:t>
            </a:r>
          </a:p>
          <a:p>
            <a:pPr lvl="1"/>
            <a:r>
              <a:rPr lang="en-US"/>
              <a:t>Comparison to large-scale self-aggregation experiments</a:t>
            </a:r>
          </a:p>
          <a:p>
            <a:pPr lvl="1"/>
            <a:endParaRPr lang="en-US"/>
          </a:p>
          <a:p>
            <a:pPr marL="457200" indent="-457200">
              <a:buFont typeface="+mj-lt"/>
              <a:buAutoNum type="arabicPeriod"/>
            </a:pPr>
            <a:r>
              <a:rPr lang="en-US"/>
              <a:t>Applications to other research interest areas</a:t>
            </a:r>
          </a:p>
          <a:p>
            <a:pPr lvl="1"/>
            <a:r>
              <a:rPr lang="en-US"/>
              <a:t>Bulk surface flux experiments</a:t>
            </a:r>
          </a:p>
          <a:p>
            <a:pPr lvl="1"/>
            <a:r>
              <a:rPr lang="en-US"/>
              <a:t>The different </a:t>
            </a:r>
            <a:r>
              <a:rPr lang="en-US" i="1"/>
              <a:t>P-r</a:t>
            </a:r>
            <a:r>
              <a:rPr lang="en-US"/>
              <a:t> relationships over oceans and land</a:t>
            </a:r>
          </a:p>
        </p:txBody>
      </p:sp>
    </p:spTree>
    <p:extLst>
      <p:ext uri="{BB962C8B-B14F-4D97-AF65-F5344CB8AC3E}">
        <p14:creationId xmlns:p14="http://schemas.microsoft.com/office/powerpoint/2010/main" val="1614792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36F31E-9C40-E741-943D-92AEC1004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Weak Temperature Gradient Approximation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FF30AE-0188-B94A-879B-FD01EB067D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And why are we so interested in it?</a:t>
            </a:r>
          </a:p>
        </p:txBody>
      </p:sp>
    </p:spTree>
    <p:extLst>
      <p:ext uri="{BB962C8B-B14F-4D97-AF65-F5344CB8AC3E}">
        <p14:creationId xmlns:p14="http://schemas.microsoft.com/office/powerpoint/2010/main" val="3835198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339975-62C1-C84F-B01D-DA0989BB6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Weak Temperature Gradient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DC80EE0-996F-9749-8CE4-67DBC4AC59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Temperature gradients (technically buoyancy gradients) within the </a:t>
            </a:r>
            <a:r>
              <a:rPr lang="en-US" b="1"/>
              <a:t>Tropics </a:t>
            </a:r>
            <a:r>
              <a:rPr lang="en-US"/>
              <a:t>are invariant in both time and space.</a:t>
            </a:r>
          </a:p>
          <a:p>
            <a:pPr lvl="1"/>
            <a:r>
              <a:rPr lang="en-US"/>
              <a:t>Due to the weak Coriolis force</a:t>
            </a:r>
          </a:p>
          <a:p>
            <a:pPr lvl="1"/>
            <a:r>
              <a:rPr lang="en-US"/>
              <a:t>Localized heating is balanced by vertical ascent in the atmosphere</a:t>
            </a:r>
          </a:p>
          <a:p>
            <a:endParaRPr lang="en-US"/>
          </a:p>
          <a:p>
            <a:r>
              <a:rPr lang="en-US"/>
              <a:t>Buoyancy gradients are smoothed rapidly by gravity waves</a:t>
            </a:r>
          </a:p>
        </p:txBody>
      </p:sp>
    </p:spTree>
    <p:extLst>
      <p:ext uri="{BB962C8B-B14F-4D97-AF65-F5344CB8AC3E}">
        <p14:creationId xmlns:p14="http://schemas.microsoft.com/office/powerpoint/2010/main" val="3072158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339975-62C1-C84F-B01D-DA0989BB6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Weak Temperature Gradient</a:t>
            </a:r>
          </a:p>
        </p:txBody>
      </p:sp>
      <p:pic>
        <p:nvPicPr>
          <p:cNvPr id="11" name="Content Placeholder 10" descr="Chart&#10;&#10;Description automatically generated">
            <a:extLst>
              <a:ext uri="{FF2B5EF4-FFF2-40B4-BE49-F238E27FC236}">
                <a16:creationId xmlns:a16="http://schemas.microsoft.com/office/drawing/2014/main" id="{F451AECA-BE7B-544E-B0F9-A06B9F743E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9" y="1904505"/>
            <a:ext cx="8234121" cy="3848025"/>
          </a:xfrm>
        </p:spPr>
      </p:pic>
    </p:spTree>
    <p:extLst>
      <p:ext uri="{BB962C8B-B14F-4D97-AF65-F5344CB8AC3E}">
        <p14:creationId xmlns:p14="http://schemas.microsoft.com/office/powerpoint/2010/main" val="209656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FEF94-EA3E-194C-89B0-E7D699FDC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WTG Framework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DD9AFB-E1E1-7842-830A-F3AC03D8E990}"/>
              </a:ext>
            </a:extLst>
          </p:cNvPr>
          <p:cNvSpPr/>
          <p:nvPr/>
        </p:nvSpPr>
        <p:spPr>
          <a:xfrm>
            <a:off x="4410159" y="2223502"/>
            <a:ext cx="307498" cy="2712640"/>
          </a:xfrm>
          <a:prstGeom prst="rect">
            <a:avLst/>
          </a:prstGeom>
          <a:pattFill prst="ltUpDiag">
            <a:fgClr>
              <a:schemeClr val="bg1">
                <a:lumMod val="50000"/>
              </a:schemeClr>
            </a:fgClr>
            <a:bgClr>
              <a:schemeClr val="bg1"/>
            </a:bgClr>
          </a:pattFill>
          <a:ln w="28575"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picture containing text&#10;&#10;Description automatically generated">
            <a:extLst>
              <a:ext uri="{FF2B5EF4-FFF2-40B4-BE49-F238E27FC236}">
                <a16:creationId xmlns:a16="http://schemas.microsoft.com/office/drawing/2014/main" id="{3918C2A7-7E39-7241-9C12-7844662F22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0" y="2239686"/>
            <a:ext cx="8229599" cy="3175552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C0C731-7BC2-374F-AC52-AE37EC4D643A}"/>
              </a:ext>
            </a:extLst>
          </p:cNvPr>
          <p:cNvSpPr txBox="1"/>
          <p:nvPr/>
        </p:nvSpPr>
        <p:spPr>
          <a:xfrm>
            <a:off x="3004599" y="2136265"/>
            <a:ext cx="15358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Gravity Wave adjustment (WTG)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668D2F-3509-F44A-B2EB-60B96DBA9E11}"/>
              </a:ext>
            </a:extLst>
          </p:cNvPr>
          <p:cNvSpPr txBox="1"/>
          <p:nvPr/>
        </p:nvSpPr>
        <p:spPr>
          <a:xfrm>
            <a:off x="4717657" y="1691705"/>
            <a:ext cx="963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Model Domain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223037-4B62-5E4F-BD29-93C9F333699A}"/>
              </a:ext>
            </a:extLst>
          </p:cNvPr>
          <p:cNvSpPr txBox="1"/>
          <p:nvPr/>
        </p:nvSpPr>
        <p:spPr>
          <a:xfrm>
            <a:off x="6719797" y="5518659"/>
            <a:ext cx="1084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Ocean w/ fixed SST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7B7BD5-74FD-8848-9982-7A279FC7E569}"/>
              </a:ext>
            </a:extLst>
          </p:cNvPr>
          <p:cNvSpPr txBox="1"/>
          <p:nvPr/>
        </p:nvSpPr>
        <p:spPr>
          <a:xfrm>
            <a:off x="3772521" y="5516482"/>
            <a:ext cx="15989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Domain surface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61CD0E-E8E6-BE4F-ADD0-B8DFE54C6C08}"/>
              </a:ext>
            </a:extLst>
          </p:cNvPr>
          <p:cNvSpPr txBox="1"/>
          <p:nvPr/>
        </p:nvSpPr>
        <p:spPr>
          <a:xfrm>
            <a:off x="1340190" y="5501554"/>
            <a:ext cx="1084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Ocean w/ fixed SST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3CB975-7C4F-3F45-BF6B-FD1CE8104456}"/>
              </a:ext>
            </a:extLst>
          </p:cNvPr>
          <p:cNvSpPr txBox="1"/>
          <p:nvPr/>
        </p:nvSpPr>
        <p:spPr>
          <a:xfrm>
            <a:off x="1267784" y="3105834"/>
            <a:ext cx="1517297" cy="64633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Large-scale atmospheric profile of </a:t>
            </a:r>
            <a:r>
              <a:rPr lang="en-US" sz="1200" i="1"/>
              <a:t>T</a:t>
            </a:r>
            <a:r>
              <a:rPr lang="en-US" sz="1200"/>
              <a:t> and </a:t>
            </a:r>
            <a:r>
              <a:rPr lang="en-US" sz="1200" i="1"/>
              <a:t>q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B90F87-2211-ED46-8D82-A23A33F78706}"/>
              </a:ext>
            </a:extLst>
          </p:cNvPr>
          <p:cNvSpPr txBox="1"/>
          <p:nvPr/>
        </p:nvSpPr>
        <p:spPr>
          <a:xfrm>
            <a:off x="6358919" y="3105833"/>
            <a:ext cx="1517297" cy="64633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Large-scale atmospheric profile of </a:t>
            </a:r>
            <a:r>
              <a:rPr lang="en-US" sz="1200" i="1"/>
              <a:t>T</a:t>
            </a:r>
            <a:r>
              <a:rPr lang="en-US" sz="1200"/>
              <a:t> and </a:t>
            </a:r>
            <a:r>
              <a:rPr lang="en-US" sz="1200" i="1"/>
              <a:t>q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5AC6F7-D893-D641-998E-B65488E6E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357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4700E-A64F-834E-8453-06926C77C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WTG Framework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BC8995-C941-4641-BC38-9991B671D7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>
                    <a:sym typeface="Wingdings" pitchFamily="2" charset="2"/>
                  </a:rPr>
                  <a:t>The exact implementation of the WTG approximation in CRMs varies across the different models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>
                    <a:sym typeface="Wingdings" pitchFamily="2" charset="2"/>
                  </a:rPr>
                  <a:t>Original Formulation in Raymond and Zeng (2005), Spectral Method in Herman and Raymond (2014)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err="1">
                    <a:sym typeface="Wingdings" pitchFamily="2" charset="2"/>
                  </a:rPr>
                  <a:t>Blossey</a:t>
                </a:r>
                <a:r>
                  <a:rPr lang="en-US">
                    <a:sym typeface="Wingdings" pitchFamily="2" charset="2"/>
                  </a:rPr>
                  <a:t> et al. (2009) </a:t>
                </a:r>
                <a:r>
                  <a:rPr lang="en-US" b="1">
                    <a:sym typeface="Wingdings" pitchFamily="2" charset="2"/>
                  </a:rPr>
                  <a:t>used by SAM</a:t>
                </a:r>
                <a:r>
                  <a:rPr lang="en-US">
                    <a:sym typeface="Wingdings" pitchFamily="2" charset="2"/>
                  </a:rPr>
                  <a:t>, </a:t>
                </a:r>
                <a:r>
                  <a:rPr lang="en-US" err="1">
                    <a:sym typeface="Wingdings" pitchFamily="2" charset="2"/>
                  </a:rPr>
                  <a:t>Kuang</a:t>
                </a:r>
                <a:r>
                  <a:rPr lang="en-US">
                    <a:sym typeface="Wingdings" pitchFamily="2" charset="2"/>
                  </a:rPr>
                  <a:t> (2008)</a:t>
                </a:r>
              </a:p>
              <a:p>
                <a:pPr marL="0" indent="0">
                  <a:buNone/>
                </a:pPr>
                <a:endParaRPr lang="en-US">
                  <a:sym typeface="Wingdings" pitchFamily="2" charset="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sym typeface="Wingdings" pitchFamily="2" charset="2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sym typeface="Wingdings" pitchFamily="2" charset="2"/>
                            </a:rPr>
                            <m:t>𝜕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sym typeface="Wingdings" pitchFamily="2" charset="2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sym typeface="Wingdings" pitchFamily="2" charset="2"/>
                            </a:rPr>
                            <m:t>𝑝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sym typeface="Wingdings" pitchFamily="2" charset="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  <m:t>𝑚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  <m:t>𝑚</m:t>
                                  </m:r>
                                </m:sub>
                              </m:sSub>
                            </m:den>
                          </m:f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𝜕𝜔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′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𝜕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𝑝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sym typeface="Wingdings" pitchFamily="2" charset="2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sym typeface="Wingdings" pitchFamily="2" charset="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𝑑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sym typeface="Wingdings" pitchFamily="2" charset="2"/>
                            </a:rPr>
                            <m:t>𝑝</m:t>
                          </m:r>
                        </m:den>
                      </m:f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sym typeface="Wingdings" pitchFamily="2" charset="2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sym typeface="Wingdings" pitchFamily="2" charset="2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sym typeface="Wingdings" pitchFamily="2" charset="2"/>
                            </a:rPr>
                            <m:t>𝑣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sym typeface="Wingdings" pitchFamily="2" charset="2"/>
                            </a:rPr>
                            <m:t>′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  <a:sym typeface="Wingdings" pitchFamily="2" charset="2"/>
                        </a:rPr>
                        <m:t>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sym typeface="Wingdings" pitchFamily="2" charset="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sym typeface="Wingdings" pitchFamily="2" charset="2"/>
                            </a:rPr>
                            <m:t>𝜔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sym typeface="Wingdings" pitchFamily="2" charset="2"/>
                            </a:rPr>
                            <m:t>′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sym typeface="Wingdings" pitchFamily="2" charset="2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sym typeface="Wingdings" pitchFamily="2" charset="2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sym typeface="Wingdings" pitchFamily="2" charset="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sym typeface="Wingdings" pitchFamily="2" charset="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𝑑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sym typeface="Wingdings" pitchFamily="2" charset="2"/>
                            </a:rPr>
                            <m:t>𝑝</m:t>
                          </m:r>
                        </m:den>
                      </m:f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sym typeface="Wingdings" pitchFamily="2" charset="2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sym typeface="Wingdings" pitchFamily="2" charset="2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sym typeface="Wingdings" pitchFamily="2" charset="2"/>
                            </a:rPr>
                            <m:t>𝑣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sym typeface="Wingdings" pitchFamily="2" charset="2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>
                  <a:sym typeface="Wingdings" pitchFamily="2" charset="2"/>
                </a:endParaRPr>
              </a:p>
              <a:p>
                <a:endParaRPr lang="en-US">
                  <a:sym typeface="Wingdings" pitchFamily="2" charset="2"/>
                </a:endParaRPr>
              </a:p>
              <a:p>
                <a:r>
                  <a:rPr lang="en-US">
                    <a:sym typeface="Wingdings" pitchFamily="2" charset="2"/>
                  </a:rPr>
                  <a:t>WTG vertical velocity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𝜔</m:t>
                    </m:r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′</m:t>
                    </m:r>
                  </m:oMath>
                </a14:m>
                <a:r>
                  <a:rPr lang="en-US">
                    <a:sym typeface="Wingdings" pitchFamily="2" charset="2"/>
                  </a:rPr>
                  <a:t>) </a:t>
                </a:r>
              </a:p>
              <a:p>
                <a:r>
                  <a:rPr lang="en-US">
                    <a:sym typeface="Wingdings" pitchFamily="2" charset="2"/>
                  </a:rPr>
                  <a:t>Perturbation in the virtual temperature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𝑣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>
                    <a:sym typeface="Wingdings" pitchFamily="2" charset="2"/>
                  </a:rPr>
                  <a:t>), a proxy to buoyancy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BC8995-C941-4641-BC38-9991B671D7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786" b="-6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470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4700E-A64F-834E-8453-06926C77C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WTG Framework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BC8995-C941-4641-BC38-9991B671D7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>
                    <a:sym typeface="Wingdings" pitchFamily="2" charset="2"/>
                  </a:rPr>
                  <a:t>The exact implementation of the WTG approximation in CRMs varies across the different models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>
                    <a:sym typeface="Wingdings" pitchFamily="2" charset="2"/>
                  </a:rPr>
                  <a:t>Original Formulation in Raymond and Zeng (2005), Spectral Method in Herman and Raymond (2014)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err="1">
                    <a:sym typeface="Wingdings" pitchFamily="2" charset="2"/>
                  </a:rPr>
                  <a:t>Blossey</a:t>
                </a:r>
                <a:r>
                  <a:rPr lang="en-US">
                    <a:sym typeface="Wingdings" pitchFamily="2" charset="2"/>
                  </a:rPr>
                  <a:t> et al. (2009) </a:t>
                </a:r>
                <a:r>
                  <a:rPr lang="en-US" b="1">
                    <a:sym typeface="Wingdings" pitchFamily="2" charset="2"/>
                  </a:rPr>
                  <a:t>used by SAM</a:t>
                </a:r>
                <a:r>
                  <a:rPr lang="en-US">
                    <a:sym typeface="Wingdings" pitchFamily="2" charset="2"/>
                  </a:rPr>
                  <a:t>, </a:t>
                </a:r>
                <a:r>
                  <a:rPr lang="en-US" err="1">
                    <a:sym typeface="Wingdings" pitchFamily="2" charset="2"/>
                  </a:rPr>
                  <a:t>Kuang</a:t>
                </a:r>
                <a:r>
                  <a:rPr lang="en-US">
                    <a:sym typeface="Wingdings" pitchFamily="2" charset="2"/>
                  </a:rPr>
                  <a:t> (2008) </a:t>
                </a:r>
              </a:p>
              <a:p>
                <a:pPr marL="0" indent="0">
                  <a:buNone/>
                </a:pPr>
                <a:endParaRPr lang="en-US">
                  <a:sym typeface="Wingdings" pitchFamily="2" charset="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sym typeface="Wingdings" pitchFamily="2" charset="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sym typeface="Wingdings" pitchFamily="2" charset="2"/>
                            </a:rPr>
                            <m:t>𝜔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sym typeface="Wingdings" pitchFamily="2" charset="2"/>
                            </a:rPr>
                            <m:t>′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sym typeface="Wingdings" pitchFamily="2" charset="2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sym typeface="Wingdings" pitchFamily="2" charset="2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sym typeface="Wingdings" pitchFamily="2" charset="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sym typeface="Wingdings" pitchFamily="2" charset="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𝑑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sym typeface="Wingdings" pitchFamily="2" charset="2"/>
                            </a:rPr>
                            <m:t>𝑝</m:t>
                          </m:r>
                        </m:den>
                      </m:f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sym typeface="Wingdings" pitchFamily="2" charset="2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sym typeface="Wingdings" pitchFamily="2" charset="2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sym typeface="Wingdings" pitchFamily="2" charset="2"/>
                            </a:rPr>
                            <m:t>𝑣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sym typeface="Wingdings" pitchFamily="2" charset="2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>
                  <a:sym typeface="Wingdings" pitchFamily="2" charset="2"/>
                </a:endParaRPr>
              </a:p>
              <a:p>
                <a:endParaRPr lang="en-US">
                  <a:sym typeface="Wingdings" pitchFamily="2" charset="2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>
                    <a:sym typeface="Wingdings" pitchFamily="2" charset="2"/>
                  </a:rPr>
                  <a:t> determines the damping of gravity waves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↓</m:t>
                        </m:r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>
                    <a:sym typeface="Wingdings" pitchFamily="2" charset="2"/>
                  </a:rPr>
                  <a:t> indicates a stronger WTG forcing and vice-versa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BC8995-C941-4641-BC38-9991B671D7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7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4570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4700E-A64F-834E-8453-06926C77C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WTG Framework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BC8995-C941-4641-BC38-9991B671D7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>
                    <a:sym typeface="Wingdings" pitchFamily="2" charset="2"/>
                  </a:rPr>
                  <a:t>Let us assume a shallow-water system for simplicity:</a:t>
                </a:r>
              </a:p>
              <a:p>
                <a:endParaRPr lang="en-US">
                  <a:sym typeface="Wingdings" pitchFamily="2" charset="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sym typeface="Wingdings" pitchFamily="2" charset="2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sym typeface="Wingdings" pitchFamily="2" charset="2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  <a:sym typeface="Wingdings" pitchFamily="2" charset="2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sym typeface="Wingdings" pitchFamily="2" charset="2"/>
                            </a:rPr>
                            <m:t>𝑔h</m:t>
                          </m:r>
                        </m:e>
                      </m:rad>
                    </m:oMath>
                  </m:oMathPara>
                </a14:m>
                <a:endParaRPr lang="en-US">
                  <a:sym typeface="Wingdings" pitchFamily="2" charset="2"/>
                </a:endParaRPr>
              </a:p>
              <a:p>
                <a:endParaRPr lang="en-US">
                  <a:sym typeface="Wingdings" pitchFamily="2" charset="2"/>
                </a:endParaRPr>
              </a:p>
              <a:p>
                <a:r>
                  <a:rPr lang="en-US" i="1">
                    <a:sym typeface="Wingdings" pitchFamily="2" charset="2"/>
                  </a:rPr>
                  <a:t>h</a:t>
                </a:r>
                <a:r>
                  <a:rPr lang="en-US">
                    <a:sym typeface="Wingdings" pitchFamily="2" charset="2"/>
                  </a:rPr>
                  <a:t> is the height of the free troposphere (~10 km)</a:t>
                </a:r>
              </a:p>
              <a:p>
                <a:r>
                  <a:rPr lang="en-US">
                    <a:sym typeface="Wingdings" pitchFamily="2" charset="2"/>
                  </a:rPr>
                  <a:t>Therefore,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≈313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sym typeface="Wingdings" pitchFamily="2" charset="2"/>
                      </a:rPr>
                      <m:t>m</m:t>
                    </m:r>
                    <m:r>
                      <a:rPr lang="en-US" b="0" i="0" smtClean="0">
                        <a:latin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s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>
                    <a:sym typeface="Wingdings" pitchFamily="2" charset="2"/>
                  </a:rPr>
                  <a:t> (slower in the real atmosphere)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=1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sym typeface="Wingdings" pitchFamily="2" charset="2"/>
                      </a:rPr>
                      <m:t>da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y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>
                    <a:sym typeface="Wingdings" pitchFamily="2" charset="2"/>
                  </a:rPr>
                  <a:t> would imply an </a:t>
                </a:r>
                <a:r>
                  <a:rPr lang="en-US" i="1">
                    <a:sym typeface="Wingdings" pitchFamily="2" charset="2"/>
                  </a:rPr>
                  <a:t>e</a:t>
                </a:r>
                <a:r>
                  <a:rPr lang="en-US">
                    <a:sym typeface="Wingdings" pitchFamily="2" charset="2"/>
                  </a:rPr>
                  <a:t>-folding length of ~27000 km, which is around 240º longitude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BC8995-C941-4641-BC38-9991B671D7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7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4917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08573-79A7-8649-B468-0B64ECFAF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Current Focus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20169-4AD5-B543-9D09-93550F998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Wing and Emanuel (2014); Emanuel et al. (2014) demonstrated that models in RCE are actually in an unstable equilibrium</a:t>
            </a:r>
          </a:p>
          <a:p>
            <a:endParaRPr lang="en-US"/>
          </a:p>
          <a:p>
            <a:r>
              <a:rPr lang="en-US"/>
              <a:t>When the WTG forcing is applied to a model in RCE, the model collapses into 1 of 2 states:</a:t>
            </a:r>
          </a:p>
          <a:p>
            <a:pPr lvl="1"/>
            <a:r>
              <a:rPr lang="en-US"/>
              <a:t>A dry (often non-precipitating) state</a:t>
            </a:r>
          </a:p>
          <a:p>
            <a:pPr lvl="1"/>
            <a:r>
              <a:rPr lang="en-US"/>
              <a:t>A wet, high-precipitation-intensity state</a:t>
            </a:r>
          </a:p>
          <a:p>
            <a:endParaRPr lang="en-US"/>
          </a:p>
          <a:p>
            <a:r>
              <a:rPr lang="en-US"/>
              <a:t>These are the two different regimes in self-aggregated convection</a:t>
            </a:r>
          </a:p>
          <a:p>
            <a:pPr lvl="1"/>
            <a:r>
              <a:rPr lang="en-US"/>
              <a:t>Observed in both observations and large-domain model simulations</a:t>
            </a:r>
          </a:p>
        </p:txBody>
      </p:sp>
    </p:spTree>
    <p:extLst>
      <p:ext uri="{BB962C8B-B14F-4D97-AF65-F5344CB8AC3E}">
        <p14:creationId xmlns:p14="http://schemas.microsoft.com/office/powerpoint/2010/main" val="4583788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84DABC49-5F54-2845-BFC7-D974548A2F73}"/>
              </a:ext>
            </a:extLst>
          </p:cNvPr>
          <p:cNvGrpSpPr/>
          <p:nvPr/>
        </p:nvGrpSpPr>
        <p:grpSpPr>
          <a:xfrm>
            <a:off x="3014026" y="2134196"/>
            <a:ext cx="780138" cy="676985"/>
            <a:chOff x="5997052" y="3749722"/>
            <a:chExt cx="1554708" cy="1349138"/>
          </a:xfrm>
        </p:grpSpPr>
        <p:sp>
          <p:nvSpPr>
            <p:cNvPr id="40" name="Cloud 39">
              <a:extLst>
                <a:ext uri="{FF2B5EF4-FFF2-40B4-BE49-F238E27FC236}">
                  <a16:creationId xmlns:a16="http://schemas.microsoft.com/office/drawing/2014/main" id="{6AF37756-BB8E-6C4C-A41A-445148606FCA}"/>
                </a:ext>
              </a:extLst>
            </p:cNvPr>
            <p:cNvSpPr/>
            <p:nvPr/>
          </p:nvSpPr>
          <p:spPr>
            <a:xfrm>
              <a:off x="6312089" y="3749722"/>
              <a:ext cx="934871" cy="658504"/>
            </a:xfrm>
            <a:prstGeom prst="cloud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Cloud 40">
              <a:extLst>
                <a:ext uri="{FF2B5EF4-FFF2-40B4-BE49-F238E27FC236}">
                  <a16:creationId xmlns:a16="http://schemas.microsoft.com/office/drawing/2014/main" id="{547F1C79-CE8E-144C-B531-919FC6DF5339}"/>
                </a:ext>
              </a:extLst>
            </p:cNvPr>
            <p:cNvSpPr/>
            <p:nvPr/>
          </p:nvSpPr>
          <p:spPr>
            <a:xfrm>
              <a:off x="6530452" y="4440356"/>
              <a:ext cx="934871" cy="658504"/>
            </a:xfrm>
            <a:prstGeom prst="cloud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Cloud 46">
              <a:extLst>
                <a:ext uri="{FF2B5EF4-FFF2-40B4-BE49-F238E27FC236}">
                  <a16:creationId xmlns:a16="http://schemas.microsoft.com/office/drawing/2014/main" id="{CA3AEC32-E307-7945-80E7-8373CEE78574}"/>
                </a:ext>
              </a:extLst>
            </p:cNvPr>
            <p:cNvSpPr/>
            <p:nvPr/>
          </p:nvSpPr>
          <p:spPr>
            <a:xfrm>
              <a:off x="6616889" y="4054522"/>
              <a:ext cx="934871" cy="658504"/>
            </a:xfrm>
            <a:prstGeom prst="cloud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Cloud 47">
              <a:extLst>
                <a:ext uri="{FF2B5EF4-FFF2-40B4-BE49-F238E27FC236}">
                  <a16:creationId xmlns:a16="http://schemas.microsoft.com/office/drawing/2014/main" id="{06943CE7-A6B7-6F46-BF66-B4948CED4A29}"/>
                </a:ext>
              </a:extLst>
            </p:cNvPr>
            <p:cNvSpPr/>
            <p:nvPr/>
          </p:nvSpPr>
          <p:spPr>
            <a:xfrm>
              <a:off x="5997052" y="4217726"/>
              <a:ext cx="934871" cy="658504"/>
            </a:xfrm>
            <a:prstGeom prst="cloud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BB08573-79A7-8649-B468-0B64ECFAF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Current Focus</a:t>
            </a:r>
          </a:p>
        </p:txBody>
      </p:sp>
      <p:pic>
        <p:nvPicPr>
          <p:cNvPr id="22" name="Content Placeholder 21" descr="Chart&#10;&#10;Description automatically generated">
            <a:extLst>
              <a:ext uri="{FF2B5EF4-FFF2-40B4-BE49-F238E27FC236}">
                <a16:creationId xmlns:a16="http://schemas.microsoft.com/office/drawing/2014/main" id="{56D462D6-421C-4C4F-BD43-94744D12019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93676" y="1844288"/>
            <a:ext cx="4393124" cy="3500770"/>
          </a:xfr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A1651DC-5CA4-7C46-8FB9-63C8837A815F}"/>
              </a:ext>
            </a:extLst>
          </p:cNvPr>
          <p:cNvSpPr/>
          <p:nvPr/>
        </p:nvSpPr>
        <p:spPr>
          <a:xfrm>
            <a:off x="457199" y="1839885"/>
            <a:ext cx="3678151" cy="3505189"/>
          </a:xfrm>
          <a:prstGeom prst="rect">
            <a:avLst/>
          </a:prstGeom>
          <a:noFill/>
          <a:ln w="381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C35739D-3310-3B4B-AB20-80B2752BAD04}"/>
              </a:ext>
            </a:extLst>
          </p:cNvPr>
          <p:cNvGrpSpPr/>
          <p:nvPr/>
        </p:nvGrpSpPr>
        <p:grpSpPr>
          <a:xfrm>
            <a:off x="1919668" y="3893597"/>
            <a:ext cx="780138" cy="676985"/>
            <a:chOff x="5997052" y="3749722"/>
            <a:chExt cx="1554708" cy="1349138"/>
          </a:xfrm>
        </p:grpSpPr>
        <p:sp>
          <p:nvSpPr>
            <p:cNvPr id="11" name="Cloud 10">
              <a:extLst>
                <a:ext uri="{FF2B5EF4-FFF2-40B4-BE49-F238E27FC236}">
                  <a16:creationId xmlns:a16="http://schemas.microsoft.com/office/drawing/2014/main" id="{501AE20C-6C70-1948-94FF-7DD805B45D62}"/>
                </a:ext>
              </a:extLst>
            </p:cNvPr>
            <p:cNvSpPr/>
            <p:nvPr/>
          </p:nvSpPr>
          <p:spPr>
            <a:xfrm>
              <a:off x="6312089" y="3749722"/>
              <a:ext cx="934871" cy="658504"/>
            </a:xfrm>
            <a:prstGeom prst="cloud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Cloud 11">
              <a:extLst>
                <a:ext uri="{FF2B5EF4-FFF2-40B4-BE49-F238E27FC236}">
                  <a16:creationId xmlns:a16="http://schemas.microsoft.com/office/drawing/2014/main" id="{EE060003-0CAC-264A-96CD-01ABA73D3B4A}"/>
                </a:ext>
              </a:extLst>
            </p:cNvPr>
            <p:cNvSpPr/>
            <p:nvPr/>
          </p:nvSpPr>
          <p:spPr>
            <a:xfrm>
              <a:off x="6530452" y="4440356"/>
              <a:ext cx="934871" cy="658504"/>
            </a:xfrm>
            <a:prstGeom prst="cloud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Cloud 12">
              <a:extLst>
                <a:ext uri="{FF2B5EF4-FFF2-40B4-BE49-F238E27FC236}">
                  <a16:creationId xmlns:a16="http://schemas.microsoft.com/office/drawing/2014/main" id="{8BB52575-3263-074F-B548-BA218DD32F87}"/>
                </a:ext>
              </a:extLst>
            </p:cNvPr>
            <p:cNvSpPr/>
            <p:nvPr/>
          </p:nvSpPr>
          <p:spPr>
            <a:xfrm>
              <a:off x="6616889" y="4054522"/>
              <a:ext cx="934871" cy="658504"/>
            </a:xfrm>
            <a:prstGeom prst="cloud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loud 13">
              <a:extLst>
                <a:ext uri="{FF2B5EF4-FFF2-40B4-BE49-F238E27FC236}">
                  <a16:creationId xmlns:a16="http://schemas.microsoft.com/office/drawing/2014/main" id="{1722DF0C-2A8D-2648-B0D5-294F7DC1C97D}"/>
                </a:ext>
              </a:extLst>
            </p:cNvPr>
            <p:cNvSpPr/>
            <p:nvPr/>
          </p:nvSpPr>
          <p:spPr>
            <a:xfrm>
              <a:off x="5997052" y="4217726"/>
              <a:ext cx="934871" cy="658504"/>
            </a:xfrm>
            <a:prstGeom prst="cloud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Cloud 14">
            <a:extLst>
              <a:ext uri="{FF2B5EF4-FFF2-40B4-BE49-F238E27FC236}">
                <a16:creationId xmlns:a16="http://schemas.microsoft.com/office/drawing/2014/main" id="{1D68AD0B-BD31-B248-9923-A9A2FEE39C31}"/>
              </a:ext>
            </a:extLst>
          </p:cNvPr>
          <p:cNvSpPr/>
          <p:nvPr/>
        </p:nvSpPr>
        <p:spPr>
          <a:xfrm>
            <a:off x="682318" y="2237734"/>
            <a:ext cx="471469" cy="332093"/>
          </a:xfrm>
          <a:prstGeom prst="cloud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loud 15">
            <a:extLst>
              <a:ext uri="{FF2B5EF4-FFF2-40B4-BE49-F238E27FC236}">
                <a16:creationId xmlns:a16="http://schemas.microsoft.com/office/drawing/2014/main" id="{64D37E85-4D22-9B46-B242-D83B4D12E17C}"/>
              </a:ext>
            </a:extLst>
          </p:cNvPr>
          <p:cNvSpPr/>
          <p:nvPr/>
        </p:nvSpPr>
        <p:spPr>
          <a:xfrm>
            <a:off x="964943" y="2441595"/>
            <a:ext cx="471469" cy="332093"/>
          </a:xfrm>
          <a:prstGeom prst="cloud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loud 16">
            <a:extLst>
              <a:ext uri="{FF2B5EF4-FFF2-40B4-BE49-F238E27FC236}">
                <a16:creationId xmlns:a16="http://schemas.microsoft.com/office/drawing/2014/main" id="{18418ABF-3EA2-764D-AF24-29C05ECF0D22}"/>
              </a:ext>
            </a:extLst>
          </p:cNvPr>
          <p:cNvSpPr/>
          <p:nvPr/>
        </p:nvSpPr>
        <p:spPr>
          <a:xfrm>
            <a:off x="635428" y="2454674"/>
            <a:ext cx="471469" cy="332093"/>
          </a:xfrm>
          <a:prstGeom prst="cloud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loud 17">
            <a:extLst>
              <a:ext uri="{FF2B5EF4-FFF2-40B4-BE49-F238E27FC236}">
                <a16:creationId xmlns:a16="http://schemas.microsoft.com/office/drawing/2014/main" id="{C2F2D5A6-4CEF-3C41-9B0C-B4DA624DE9D2}"/>
              </a:ext>
            </a:extLst>
          </p:cNvPr>
          <p:cNvSpPr/>
          <p:nvPr/>
        </p:nvSpPr>
        <p:spPr>
          <a:xfrm>
            <a:off x="787828" y="2597688"/>
            <a:ext cx="471469" cy="332093"/>
          </a:xfrm>
          <a:prstGeom prst="cloud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loud 22">
            <a:extLst>
              <a:ext uri="{FF2B5EF4-FFF2-40B4-BE49-F238E27FC236}">
                <a16:creationId xmlns:a16="http://schemas.microsoft.com/office/drawing/2014/main" id="{45503221-3CC4-3843-8592-283D783A61D7}"/>
              </a:ext>
            </a:extLst>
          </p:cNvPr>
          <p:cNvSpPr/>
          <p:nvPr/>
        </p:nvSpPr>
        <p:spPr>
          <a:xfrm>
            <a:off x="1005051" y="2191101"/>
            <a:ext cx="471469" cy="332093"/>
          </a:xfrm>
          <a:prstGeom prst="cloud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128C8CC-51B9-2343-9E83-DD17D977ED9E}"/>
              </a:ext>
            </a:extLst>
          </p:cNvPr>
          <p:cNvSpPr txBox="1"/>
          <p:nvPr/>
        </p:nvSpPr>
        <p:spPr>
          <a:xfrm>
            <a:off x="2489869" y="2463601"/>
            <a:ext cx="14398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Aggregated Convection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5A69776-8F71-6F49-AAEF-67BD458C074E}"/>
              </a:ext>
            </a:extLst>
          </p:cNvPr>
          <p:cNvCxnSpPr>
            <a:cxnSpLocks/>
          </p:cNvCxnSpPr>
          <p:nvPr/>
        </p:nvCxnSpPr>
        <p:spPr>
          <a:xfrm flipH="1" flipV="1">
            <a:off x="1549171" y="2682421"/>
            <a:ext cx="1068593" cy="1043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628B4F6-6D80-A04B-97A2-5B5405DA0C19}"/>
              </a:ext>
            </a:extLst>
          </p:cNvPr>
          <p:cNvCxnSpPr>
            <a:cxnSpLocks/>
          </p:cNvCxnSpPr>
          <p:nvPr/>
        </p:nvCxnSpPr>
        <p:spPr>
          <a:xfrm flipH="1">
            <a:off x="2517994" y="3103582"/>
            <a:ext cx="287704" cy="6916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92A61B63-F351-E04E-9441-7A63AF422164}"/>
              </a:ext>
            </a:extLst>
          </p:cNvPr>
          <p:cNvSpPr txBox="1"/>
          <p:nvPr/>
        </p:nvSpPr>
        <p:spPr>
          <a:xfrm>
            <a:off x="753276" y="4724408"/>
            <a:ext cx="1285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~O(10</a:t>
            </a:r>
            <a:r>
              <a:rPr lang="en-US" baseline="30000"/>
              <a:t>3</a:t>
            </a:r>
            <a:r>
              <a:rPr lang="en-US"/>
              <a:t> km)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48A3F4D-12F6-4344-86DA-B8DA416B96AB}"/>
              </a:ext>
            </a:extLst>
          </p:cNvPr>
          <p:cNvCxnSpPr>
            <a:cxnSpLocks/>
          </p:cNvCxnSpPr>
          <p:nvPr/>
        </p:nvCxnSpPr>
        <p:spPr>
          <a:xfrm flipH="1">
            <a:off x="641087" y="5093740"/>
            <a:ext cx="328862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632163E6-9975-C745-9DEA-91BA741B6B3F}"/>
              </a:ext>
            </a:extLst>
          </p:cNvPr>
          <p:cNvSpPr/>
          <p:nvPr/>
        </p:nvSpPr>
        <p:spPr>
          <a:xfrm>
            <a:off x="3406128" y="3970932"/>
            <a:ext cx="217223" cy="24082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58BFF80-FD79-3D49-8E47-8B092F134491}"/>
              </a:ext>
            </a:extLst>
          </p:cNvPr>
          <p:cNvSpPr txBox="1"/>
          <p:nvPr/>
        </p:nvSpPr>
        <p:spPr>
          <a:xfrm>
            <a:off x="617120" y="3022531"/>
            <a:ext cx="17742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My model domain could be here (wet) …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BEA3C9E-3EC7-004E-B7A4-01C72D7349D6}"/>
              </a:ext>
            </a:extLst>
          </p:cNvPr>
          <p:cNvSpPr/>
          <p:nvPr/>
        </p:nvSpPr>
        <p:spPr>
          <a:xfrm>
            <a:off x="884332" y="2470143"/>
            <a:ext cx="217223" cy="24082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480E4AB-0C0A-E140-80D4-7FAAA0AB7463}"/>
              </a:ext>
            </a:extLst>
          </p:cNvPr>
          <p:cNvSpPr txBox="1"/>
          <p:nvPr/>
        </p:nvSpPr>
        <p:spPr>
          <a:xfrm>
            <a:off x="2746421" y="3518204"/>
            <a:ext cx="131941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… or here (dry, non-precipitating)</a:t>
            </a:r>
          </a:p>
        </p:txBody>
      </p:sp>
    </p:spTree>
    <p:extLst>
      <p:ext uri="{BB962C8B-B14F-4D97-AF65-F5344CB8AC3E}">
        <p14:creationId xmlns:p14="http://schemas.microsoft.com/office/powerpoint/2010/main" val="38657948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1F2F7-85F7-804E-B41D-8EED74871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C15C59-59B3-D84F-B16D-BF71AE545E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Recap of previous findings, and some new stuff</a:t>
            </a:r>
          </a:p>
        </p:txBody>
      </p:sp>
    </p:spTree>
    <p:extLst>
      <p:ext uri="{BB962C8B-B14F-4D97-AF65-F5344CB8AC3E}">
        <p14:creationId xmlns:p14="http://schemas.microsoft.com/office/powerpoint/2010/main" val="41277177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ED005-941F-C54C-AC00-F826967E6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Basic Model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F9EDD-DE7B-354A-9F23-0ABA7833D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System of Atmospheric Modelling (SAM) v6.10.9</a:t>
            </a:r>
          </a:p>
          <a:p>
            <a:endParaRPr lang="en-US"/>
          </a:p>
          <a:p>
            <a:r>
              <a:rPr lang="en-US" b="1"/>
              <a:t>Domain Size: </a:t>
            </a:r>
            <a:r>
              <a:rPr lang="en-US"/>
              <a:t>64 km x 64 km, 1 km resolution, 64 vertical levels</a:t>
            </a:r>
          </a:p>
          <a:p>
            <a:r>
              <a:rPr lang="en-US" b="1"/>
              <a:t>Interactive </a:t>
            </a:r>
            <a:r>
              <a:rPr lang="en-US"/>
              <a:t>radiation (RRTMG)</a:t>
            </a:r>
            <a:endParaRPr lang="en-US" b="1"/>
          </a:p>
          <a:p>
            <a:r>
              <a:rPr lang="en-US" b="1"/>
              <a:t>Insolation: </a:t>
            </a:r>
            <a:r>
              <a:rPr lang="en-US"/>
              <a:t>Tropical Insolation</a:t>
            </a:r>
          </a:p>
          <a:p>
            <a:r>
              <a:rPr lang="en-US" b="1"/>
              <a:t>Sea Surface Temperature:</a:t>
            </a:r>
            <a:r>
              <a:rPr lang="en-US"/>
              <a:t> 295-305 K</a:t>
            </a:r>
          </a:p>
        </p:txBody>
      </p:sp>
    </p:spTree>
    <p:extLst>
      <p:ext uri="{BB962C8B-B14F-4D97-AF65-F5344CB8AC3E}">
        <p14:creationId xmlns:p14="http://schemas.microsoft.com/office/powerpoint/2010/main" val="466713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6963B5F-55C6-6644-A4A0-C0013A8DEB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6801" y="551909"/>
            <a:ext cx="8150398" cy="5754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5337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B00C7-1197-7346-AC87-26F3E48A7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Basic Model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6C020-5F8A-C548-AD7E-0C680B35A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/>
              <a:t>10-member ensemble run in basic RCE state for 1500 days until equilibrium, take temperature and humidity profile as large-scale.</a:t>
            </a:r>
          </a:p>
          <a:p>
            <a:endParaRPr lang="en-US"/>
          </a:p>
          <a:p>
            <a:r>
              <a:rPr lang="en-US"/>
              <a:t>WTG approximation applied, relaxed to the RCE profile constructed</a:t>
            </a:r>
          </a:p>
          <a:p>
            <a:r>
              <a:rPr lang="en-US"/>
              <a:t>Ran 5- to 10-member ensemble for 500 days, last 100 days analysis</a:t>
            </a:r>
          </a:p>
        </p:txBody>
      </p:sp>
    </p:spTree>
    <p:extLst>
      <p:ext uri="{BB962C8B-B14F-4D97-AF65-F5344CB8AC3E}">
        <p14:creationId xmlns:p14="http://schemas.microsoft.com/office/powerpoint/2010/main" val="6847387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08573-79A7-8649-B468-0B64ECFAF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Old Results 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20169-4AD5-B543-9D09-93550F998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We observe the bifurcation over a range of different experiments</a:t>
            </a:r>
          </a:p>
        </p:txBody>
      </p:sp>
      <p:pic>
        <p:nvPicPr>
          <p:cNvPr id="11" name="Picture 10" descr="Chart, scatter chart&#10;&#10;Description automatically generated">
            <a:extLst>
              <a:ext uri="{FF2B5EF4-FFF2-40B4-BE49-F238E27FC236}">
                <a16:creationId xmlns:a16="http://schemas.microsoft.com/office/drawing/2014/main" id="{ED22A057-1461-0E45-BC09-37787090CC0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7" y="2323616"/>
            <a:ext cx="8229598" cy="3954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5282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rt&#10;&#10;Description automatically generated">
            <a:extLst>
              <a:ext uri="{FF2B5EF4-FFF2-40B4-BE49-F238E27FC236}">
                <a16:creationId xmlns:a16="http://schemas.microsoft.com/office/drawing/2014/main" id="{AE3B1931-B7AC-9C4A-8A9D-CF56EE0F7EF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1" y="2323616"/>
            <a:ext cx="8229597" cy="39542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B08573-79A7-8649-B468-0B64ECFAF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Old Results 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20169-4AD5-B543-9D09-93550F998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We observe the bifurcation over different sea-surface temperatures</a:t>
            </a:r>
          </a:p>
        </p:txBody>
      </p:sp>
    </p:spTree>
    <p:extLst>
      <p:ext uri="{BB962C8B-B14F-4D97-AF65-F5344CB8AC3E}">
        <p14:creationId xmlns:p14="http://schemas.microsoft.com/office/powerpoint/2010/main" val="36838665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D9F50-E7CF-9D48-B67C-7A751743D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Old Results 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DFBEE-8CA9-EE4B-B17A-35E272F91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Missing points are likely because we didn’t run the RCE to a fully stable state</a:t>
            </a:r>
          </a:p>
        </p:txBody>
      </p:sp>
      <p:pic>
        <p:nvPicPr>
          <p:cNvPr id="5" name="Picture 4" descr="Chart&#10;&#10;Description automatically generated">
            <a:extLst>
              <a:ext uri="{FF2B5EF4-FFF2-40B4-BE49-F238E27FC236}">
                <a16:creationId xmlns:a16="http://schemas.microsoft.com/office/drawing/2014/main" id="{AE2D2BEA-A2B8-1140-A3B0-07B1C08134B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7199" y="2768137"/>
            <a:ext cx="3919823" cy="3117273"/>
          </a:xfrm>
          <a:prstGeom prst="rect">
            <a:avLst/>
          </a:prstGeom>
        </p:spPr>
      </p:pic>
      <p:pic>
        <p:nvPicPr>
          <p:cNvPr id="7" name="Picture 6" descr="Chart&#10;&#10;Description automatically generated with medium confidence">
            <a:extLst>
              <a:ext uri="{FF2B5EF4-FFF2-40B4-BE49-F238E27FC236}">
                <a16:creationId xmlns:a16="http://schemas.microsoft.com/office/drawing/2014/main" id="{52783827-0804-6249-A528-68BC60AE467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33626" y="2768138"/>
            <a:ext cx="4153174" cy="3117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8089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08573-79A7-8649-B468-0B64ECFAF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Old Results 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20169-4AD5-B543-9D09-93550F998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We observe the bifurcation in both perpetual and diurnal insolation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FD16FA2-7426-5B46-9D38-0E56BBF8EF8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9" y="2323616"/>
            <a:ext cx="8229599" cy="3954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9398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rt, scatter chart&#10;&#10;Description automatically generated">
            <a:extLst>
              <a:ext uri="{FF2B5EF4-FFF2-40B4-BE49-F238E27FC236}">
                <a16:creationId xmlns:a16="http://schemas.microsoft.com/office/drawing/2014/main" id="{F91D2B2D-EB57-4F4D-A85D-B1C640DE3A9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6" y="2323616"/>
            <a:ext cx="8229599" cy="39542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B08573-79A7-8649-B468-0B64ECFAF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Old Results 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20169-4AD5-B543-9D09-93550F998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We observe the bifurcation over different domain sizes</a:t>
            </a:r>
          </a:p>
        </p:txBody>
      </p:sp>
    </p:spTree>
    <p:extLst>
      <p:ext uri="{BB962C8B-B14F-4D97-AF65-F5344CB8AC3E}">
        <p14:creationId xmlns:p14="http://schemas.microsoft.com/office/powerpoint/2010/main" val="8259251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08573-79A7-8649-B468-0B64ECFAF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Old Results 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20169-4AD5-B543-9D09-93550F998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We observe the bifurcation even in homogenized radiation</a:t>
            </a:r>
          </a:p>
        </p:txBody>
      </p:sp>
      <p:pic>
        <p:nvPicPr>
          <p:cNvPr id="5" name="Picture 4" descr="Chart, scatter chart&#10;&#10;Description automatically generated">
            <a:extLst>
              <a:ext uri="{FF2B5EF4-FFF2-40B4-BE49-F238E27FC236}">
                <a16:creationId xmlns:a16="http://schemas.microsoft.com/office/drawing/2014/main" id="{6BA1D075-54F5-5344-ACC0-429D9986342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7" y="2379454"/>
            <a:ext cx="8229598" cy="332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9255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rt, scatter chart&#10;&#10;Description automatically generated">
            <a:extLst>
              <a:ext uri="{FF2B5EF4-FFF2-40B4-BE49-F238E27FC236}">
                <a16:creationId xmlns:a16="http://schemas.microsoft.com/office/drawing/2014/main" id="{14A35B27-8E99-C845-975D-C4D43C0F51D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6" y="2323615"/>
            <a:ext cx="8229599" cy="39542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B08573-79A7-8649-B468-0B64ECFAF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New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20169-4AD5-B543-9D09-93550F998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Turning off interactive radiation seems to reduce the bifurcation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0A3333B-5632-774C-9EF2-A5FB18B5D4B5}"/>
              </a:ext>
            </a:extLst>
          </p:cNvPr>
          <p:cNvCxnSpPr>
            <a:cxnSpLocks/>
          </p:cNvCxnSpPr>
          <p:nvPr/>
        </p:nvCxnSpPr>
        <p:spPr>
          <a:xfrm>
            <a:off x="989215" y="3557847"/>
            <a:ext cx="7697574" cy="0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B119F4E-8F6F-0A49-9AC8-52F183E6F823}"/>
              </a:ext>
            </a:extLst>
          </p:cNvPr>
          <p:cNvCxnSpPr>
            <a:cxnSpLocks/>
          </p:cNvCxnSpPr>
          <p:nvPr/>
        </p:nvCxnSpPr>
        <p:spPr>
          <a:xfrm>
            <a:off x="989215" y="4649585"/>
            <a:ext cx="7697574" cy="0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36460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hart, scatter chart&#10;&#10;Description automatically generated">
            <a:extLst>
              <a:ext uri="{FF2B5EF4-FFF2-40B4-BE49-F238E27FC236}">
                <a16:creationId xmlns:a16="http://schemas.microsoft.com/office/drawing/2014/main" id="{B727A2E7-D2C4-534F-9C2B-372E6ADBE82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0" y="2323616"/>
            <a:ext cx="8229599" cy="39542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B08573-79A7-8649-B468-0B64ECFAF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New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20169-4AD5-B543-9D09-93550F998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But there does appear to be some resonance impact at certain </a:t>
            </a:r>
            <a:r>
              <a:rPr lang="en-US" i="1"/>
              <a:t>a</a:t>
            </a:r>
            <a:r>
              <a:rPr lang="en-US" i="1" baseline="-25000"/>
              <a:t>m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E8F548E-E9A5-934B-9E33-2DF3AD78193B}"/>
              </a:ext>
            </a:extLst>
          </p:cNvPr>
          <p:cNvCxnSpPr>
            <a:cxnSpLocks/>
          </p:cNvCxnSpPr>
          <p:nvPr/>
        </p:nvCxnSpPr>
        <p:spPr>
          <a:xfrm>
            <a:off x="989215" y="3557847"/>
            <a:ext cx="7697574" cy="0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051E5CF-68D3-FC45-8709-3BD6F61E1117}"/>
              </a:ext>
            </a:extLst>
          </p:cNvPr>
          <p:cNvCxnSpPr>
            <a:cxnSpLocks/>
          </p:cNvCxnSpPr>
          <p:nvPr/>
        </p:nvCxnSpPr>
        <p:spPr>
          <a:xfrm>
            <a:off x="989215" y="4649585"/>
            <a:ext cx="7697574" cy="0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87722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4C8CA-2BB6-404F-8754-92D9EE179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Some relevant previous studies 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EEE8EE-DF7C-624C-B1B5-7D63FD7AEB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/>
                  <a:t>Daleu et al. (2015)</a:t>
                </a:r>
                <a:r>
                  <a:rPr lang="en-US"/>
                  <a:t>, Wang and Sobel (2011)</a:t>
                </a:r>
              </a:p>
              <a:p>
                <a:pPr lvl="1"/>
                <a:r>
                  <a:rPr lang="en-US"/>
                  <a:t>Used a simple Newtonian relaxation scheme for temperature</a:t>
                </a:r>
              </a:p>
              <a:p>
                <a:pPr lvl="1"/>
                <a:r>
                  <a:rPr lang="en-US" err="1"/>
                  <a:t>Daleu</a:t>
                </a:r>
                <a:r>
                  <a:rPr lang="en-US"/>
                  <a:t> et al. (2015),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𝑚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=1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sym typeface="Wingdings" pitchFamily="2" charset="2"/>
                      </a:rPr>
                      <m:t>da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sym typeface="Wingdings" pitchFamily="2" charset="2"/>
                          </a:rPr>
                          <m:t>y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  <a:sym typeface="Wingdings" pitchFamily="2" charset="2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−6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m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  <a:sym typeface="Wingdings" pitchFamily="2" charset="2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/>
                  <a:t> corresponds roughly to a relaxation timescale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𝜏</m:t>
                    </m:r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4</m:t>
                    </m:r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sym typeface="Wingdings" pitchFamily="2" charset="2"/>
                      </a:rPr>
                      <m:t>hr</m:t>
                    </m:r>
                  </m:oMath>
                </a14:m>
                <a:r>
                  <a:rPr lang="en-US"/>
                  <a:t> using the formula</a:t>
                </a:r>
              </a:p>
              <a:p>
                <a:pPr marL="457200" lvl="1" indent="0">
                  <a:buNone/>
                </a:pPr>
                <a:endParaRPr lang="en-US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𝜕𝜃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+…=−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RCE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WTG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∝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RCE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𝜏</m:t>
                          </m:r>
                        </m:den>
                      </m:f>
                    </m:oMath>
                  </m:oMathPara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3D simulations tend to show negligible (or very small) changes in precipitation compared to single-column models</a:t>
                </a:r>
              </a:p>
              <a:p>
                <a:pPr lvl="1"/>
                <a:r>
                  <a:rPr lang="en-US"/>
                  <a:t>However, a time-series indicates fluctuation!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EEE8EE-DF7C-624C-B1B5-7D63FD7AEB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67" t="-7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91148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4C8CA-2BB6-404F-8754-92D9EE179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Some relevant previous studies 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EE8EE-DF7C-624C-B1B5-7D63FD7AEB8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/>
              <a:t>3D simulations tend to show negligible (or very small) changes in precipitation compared to single-column models</a:t>
            </a:r>
          </a:p>
          <a:p>
            <a:pPr lvl="1"/>
            <a:r>
              <a:rPr lang="en-US"/>
              <a:t>However, a time-series indicates fluctuation!</a:t>
            </a:r>
          </a:p>
          <a:p>
            <a:pPr lvl="1"/>
            <a:r>
              <a:rPr lang="en-US"/>
              <a:t>Not explored/mentioned in </a:t>
            </a:r>
            <a:r>
              <a:rPr lang="en-US" err="1"/>
              <a:t>Daleu</a:t>
            </a:r>
            <a:r>
              <a:rPr lang="en-US"/>
              <a:t> et al. (2015)</a:t>
            </a:r>
          </a:p>
          <a:p>
            <a:endParaRPr lang="en-US"/>
          </a:p>
          <a:p>
            <a:r>
              <a:rPr lang="en-US"/>
              <a:t>Although overall the mean-precipitation average is the same, there is a huge fluctuation between wet and dry states.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666B141-C3CC-9B40-B338-D887B0226A9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48200" y="1931893"/>
            <a:ext cx="4038600" cy="3657789"/>
          </a:xfrm>
        </p:spPr>
      </p:pic>
    </p:spTree>
    <p:extLst>
      <p:ext uri="{BB962C8B-B14F-4D97-AF65-F5344CB8AC3E}">
        <p14:creationId xmlns:p14="http://schemas.microsoft.com/office/powerpoint/2010/main" val="40456994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4C8CA-2BB6-404F-8754-92D9EE179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Some relevant previous studies 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EE8EE-DF7C-624C-B1B5-7D63FD7AEB8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/>
              <a:t>So the bifurcation / separation into wet and dry states still exists</a:t>
            </a:r>
          </a:p>
          <a:p>
            <a:pPr lvl="1"/>
            <a:r>
              <a:rPr lang="en-US"/>
              <a:t>But the model is now free to oscillate between the two regimes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666B141-C3CC-9B40-B338-D887B0226A9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48200" y="1931893"/>
            <a:ext cx="4038600" cy="3657789"/>
          </a:xfrm>
        </p:spPr>
      </p:pic>
    </p:spTree>
    <p:extLst>
      <p:ext uri="{BB962C8B-B14F-4D97-AF65-F5344CB8AC3E}">
        <p14:creationId xmlns:p14="http://schemas.microsoft.com/office/powerpoint/2010/main" val="3422976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88E10-7099-E746-B8E6-885C1AE70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lower spatial resolution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34EB075-594D-A541-B644-DC30C7C6C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4 km resolution, 32x32 grid points</a:t>
            </a:r>
          </a:p>
          <a:p>
            <a:r>
              <a:rPr lang="en-US" dirty="0"/>
              <a:t>28 vertical levels (instead of 64)</a:t>
            </a:r>
          </a:p>
          <a:p>
            <a:endParaRPr lang="en-US" dirty="0"/>
          </a:p>
          <a:p>
            <a:r>
              <a:rPr lang="en-US" dirty="0"/>
              <a:t>There are some … weird results</a:t>
            </a:r>
          </a:p>
        </p:txBody>
      </p:sp>
    </p:spTree>
    <p:extLst>
      <p:ext uri="{BB962C8B-B14F-4D97-AF65-F5344CB8AC3E}">
        <p14:creationId xmlns:p14="http://schemas.microsoft.com/office/powerpoint/2010/main" val="33447130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66B46-54DB-774A-9599-CFB51EE70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lower spatial resolution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9AA26B7-22D6-F447-A9A2-91A0135B7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results don’t really make sense</a:t>
            </a:r>
          </a:p>
        </p:txBody>
      </p:sp>
      <p:pic>
        <p:nvPicPr>
          <p:cNvPr id="8" name="Content Placeholder 4" descr="Chart, scatter chart&#10;&#10;Description automatically generated">
            <a:extLst>
              <a:ext uri="{FF2B5EF4-FFF2-40B4-BE49-F238E27FC236}">
                <a16:creationId xmlns:a16="http://schemas.microsoft.com/office/drawing/2014/main" id="{55A9E2C5-1C4B-C440-997D-1F62D6B5256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78" y="2323615"/>
            <a:ext cx="8229599" cy="3954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7326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66B46-54DB-774A-9599-CFB51EE70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lower spatial resolution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9AA26B7-22D6-F447-A9A2-91A0135B7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becomes more obvious when looking at the 3D profiles</a:t>
            </a:r>
          </a:p>
        </p:txBody>
      </p:sp>
      <p:pic>
        <p:nvPicPr>
          <p:cNvPr id="5" name="Picture 4" descr="Chart&#10;&#10;Description automatically generated">
            <a:extLst>
              <a:ext uri="{FF2B5EF4-FFF2-40B4-BE49-F238E27FC236}">
                <a16:creationId xmlns:a16="http://schemas.microsoft.com/office/drawing/2014/main" id="{0A6F9CCA-8E91-804E-B7ED-0447CF0F6D6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2" y="2255521"/>
            <a:ext cx="8229598" cy="423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5537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66B46-54DB-774A-9599-CFB51EE70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lower spatial resolution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9AA26B7-22D6-F447-A9A2-91A0135B7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Seems to be an issue with the vertical resolution (below is 42 levels)</a:t>
            </a:r>
          </a:p>
        </p:txBody>
      </p:sp>
      <p:pic>
        <p:nvPicPr>
          <p:cNvPr id="5" name="Picture 4" descr="Chart, histogram&#10;&#10;Description automatically generated">
            <a:extLst>
              <a:ext uri="{FF2B5EF4-FFF2-40B4-BE49-F238E27FC236}">
                <a16:creationId xmlns:a16="http://schemas.microsoft.com/office/drawing/2014/main" id="{270A6E06-2B82-C44A-B8B2-2E6509D8266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8" y="2255521"/>
            <a:ext cx="8229600" cy="423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3450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66B46-54DB-774A-9599-CFB51EE70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lower spatial resolution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9AA26B7-22D6-F447-A9A2-91A0135B7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Compare this to the model runs with the </a:t>
            </a:r>
            <a:r>
              <a:rPr lang="en-US"/>
              <a:t>original resolution</a:t>
            </a:r>
            <a:endParaRPr lang="en-US" dirty="0"/>
          </a:p>
        </p:txBody>
      </p:sp>
      <p:pic>
        <p:nvPicPr>
          <p:cNvPr id="4" name="Picture 3" descr="Chart&#10;&#10;Description automatically generated">
            <a:extLst>
              <a:ext uri="{FF2B5EF4-FFF2-40B4-BE49-F238E27FC236}">
                <a16:creationId xmlns:a16="http://schemas.microsoft.com/office/drawing/2014/main" id="{B346DD10-C26D-F847-A0EC-0C374259632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0" y="2255521"/>
            <a:ext cx="8229598" cy="423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2276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59CD8-4F6A-544A-BE0E-2801A80FB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Another Question 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12E95-5E77-E746-892F-E196E218B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How well does the bifurcation when </a:t>
            </a:r>
            <a:r>
              <a:rPr lang="en-US" i="1"/>
              <a:t>a</a:t>
            </a:r>
            <a:r>
              <a:rPr lang="en-US" i="1" baseline="-25000"/>
              <a:t>m</a:t>
            </a:r>
            <a:r>
              <a:rPr lang="en-US"/>
              <a:t> is larger represent the range of states in self-aggregated convection?</a:t>
            </a:r>
          </a:p>
        </p:txBody>
      </p:sp>
      <p:pic>
        <p:nvPicPr>
          <p:cNvPr id="5" name="Content Placeholder 21" descr="Chart&#10;&#10;Description automatically generated">
            <a:extLst>
              <a:ext uri="{FF2B5EF4-FFF2-40B4-BE49-F238E27FC236}">
                <a16:creationId xmlns:a16="http://schemas.microsoft.com/office/drawing/2014/main" id="{7898CD48-8EC7-1A46-ACF7-D444FB2D4CD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5210" y="2717124"/>
            <a:ext cx="4393124" cy="3500770"/>
          </a:xfrm>
          <a:prstGeom prst="rect">
            <a:avLst/>
          </a:prstGeom>
        </p:spPr>
      </p:pic>
      <p:pic>
        <p:nvPicPr>
          <p:cNvPr id="6" name="Picture 5" descr="Chart&#10;&#10;Description automatically generated">
            <a:extLst>
              <a:ext uri="{FF2B5EF4-FFF2-40B4-BE49-F238E27FC236}">
                <a16:creationId xmlns:a16="http://schemas.microsoft.com/office/drawing/2014/main" id="{16ECA9AD-FD4D-0641-9FC5-81917760BD5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18155" y="2516931"/>
            <a:ext cx="2103129" cy="370096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DDBB070-1B41-9A4D-A6BE-C4950A158680}"/>
              </a:ext>
            </a:extLst>
          </p:cNvPr>
          <p:cNvSpPr/>
          <p:nvPr/>
        </p:nvSpPr>
        <p:spPr>
          <a:xfrm>
            <a:off x="1766448" y="4881856"/>
            <a:ext cx="1014153" cy="73983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32753B-4BB5-0945-BAB5-EBFDDD1E5EA3}"/>
              </a:ext>
            </a:extLst>
          </p:cNvPr>
          <p:cNvSpPr/>
          <p:nvPr/>
        </p:nvSpPr>
        <p:spPr>
          <a:xfrm>
            <a:off x="6683432" y="4467509"/>
            <a:ext cx="299259" cy="115418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74B0C3-FA44-0948-9251-41AB2425E681}"/>
              </a:ext>
            </a:extLst>
          </p:cNvPr>
          <p:cNvSpPr/>
          <p:nvPr/>
        </p:nvSpPr>
        <p:spPr>
          <a:xfrm>
            <a:off x="3582785" y="3827255"/>
            <a:ext cx="363758" cy="427524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A55A0B-D1EC-F745-90C4-65DCCC4B3DE5}"/>
              </a:ext>
            </a:extLst>
          </p:cNvPr>
          <p:cNvSpPr/>
          <p:nvPr/>
        </p:nvSpPr>
        <p:spPr>
          <a:xfrm>
            <a:off x="7795032" y="4318567"/>
            <a:ext cx="363758" cy="427524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005116-1295-5448-9F63-F97C41E8F536}"/>
              </a:ext>
            </a:extLst>
          </p:cNvPr>
          <p:cNvSpPr/>
          <p:nvPr/>
        </p:nvSpPr>
        <p:spPr>
          <a:xfrm>
            <a:off x="2273524" y="3624349"/>
            <a:ext cx="363758" cy="175141"/>
          </a:xfrm>
          <a:prstGeom prst="rect">
            <a:avLst/>
          </a:prstGeom>
          <a:noFill/>
          <a:ln w="57150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BF158A-DD80-C04C-B20B-C6467BF02F4F}"/>
              </a:ext>
            </a:extLst>
          </p:cNvPr>
          <p:cNvSpPr/>
          <p:nvPr/>
        </p:nvSpPr>
        <p:spPr>
          <a:xfrm>
            <a:off x="7038574" y="3204576"/>
            <a:ext cx="840978" cy="404911"/>
          </a:xfrm>
          <a:prstGeom prst="rect">
            <a:avLst/>
          </a:prstGeom>
          <a:noFill/>
          <a:ln w="57150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8047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59CD8-4F6A-544A-BE0E-2801A80FB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Another Question 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12E95-5E77-E746-892F-E196E218B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We see over ocean that there is a significant chance that CRH is within 40-70%, which cannot be captured when </a:t>
            </a:r>
            <a:r>
              <a:rPr lang="en-US" i="1"/>
              <a:t>a</a:t>
            </a:r>
            <a:r>
              <a:rPr lang="en-US" i="1" baseline="-25000"/>
              <a:t>m</a:t>
            </a:r>
            <a:r>
              <a:rPr lang="en-US"/>
              <a:t> is small</a:t>
            </a:r>
          </a:p>
          <a:p>
            <a:pPr lvl="1"/>
            <a:r>
              <a:rPr lang="en-US"/>
              <a:t>Likely correspond to transition zones in self-aggregated convection</a:t>
            </a:r>
          </a:p>
          <a:p>
            <a:pPr lvl="1"/>
            <a:r>
              <a:rPr lang="en-US"/>
              <a:t>When </a:t>
            </a:r>
            <a:r>
              <a:rPr lang="en-US" i="1"/>
              <a:t>a</a:t>
            </a:r>
            <a:r>
              <a:rPr lang="en-US" i="1" baseline="-25000"/>
              <a:t>m</a:t>
            </a:r>
            <a:r>
              <a:rPr lang="en-US"/>
              <a:t> is large, does the profile look like the transition zones of self-aggregated convection in large-scale domains?</a:t>
            </a:r>
          </a:p>
        </p:txBody>
      </p:sp>
      <p:pic>
        <p:nvPicPr>
          <p:cNvPr id="13" name="Picture 12" descr="Chart, line chart&#10;&#10;Description automatically generated">
            <a:extLst>
              <a:ext uri="{FF2B5EF4-FFF2-40B4-BE49-F238E27FC236}">
                <a16:creationId xmlns:a16="http://schemas.microsoft.com/office/drawing/2014/main" id="{ECC2F390-FAC3-BB43-ABEC-A76F04DE31B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596" y="3827255"/>
            <a:ext cx="8225204" cy="2287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1613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0EE3B-9AD4-AE4C-8EF7-D87BEE85D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Preliminary Exploration</a:t>
            </a:r>
          </a:p>
        </p:txBody>
      </p:sp>
      <p:pic>
        <p:nvPicPr>
          <p:cNvPr id="5" name="Picture 4" descr="A picture containing chart&#10;&#10;Description automatically generated">
            <a:extLst>
              <a:ext uri="{FF2B5EF4-FFF2-40B4-BE49-F238E27FC236}">
                <a16:creationId xmlns:a16="http://schemas.microsoft.com/office/drawing/2014/main" id="{9C562F7C-6C81-8148-8BC7-1CFE3FD5D62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99411" y="2633749"/>
            <a:ext cx="5087389" cy="2510999"/>
          </a:xfrm>
          <a:prstGeom prst="rect">
            <a:avLst/>
          </a:prstGeom>
        </p:spPr>
      </p:pic>
      <p:pic>
        <p:nvPicPr>
          <p:cNvPr id="7" name="Picture 6" descr="Chart, histogram&#10;&#10;Description automatically generated">
            <a:extLst>
              <a:ext uri="{FF2B5EF4-FFF2-40B4-BE49-F238E27FC236}">
                <a16:creationId xmlns:a16="http://schemas.microsoft.com/office/drawing/2014/main" id="{5EEB6D23-6073-244E-8B50-D56CE961911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0" y="3576530"/>
            <a:ext cx="5087388" cy="260441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FBBE6-1272-A340-901A-EEC3EE7EB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At sea-surface temperature 305 K</a:t>
            </a:r>
          </a:p>
          <a:p>
            <a:r>
              <a:rPr lang="en-US"/>
              <a:t>Qualitatively similar, but not the same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7374E8-790F-9A4C-9156-987D895722E0}"/>
              </a:ext>
            </a:extLst>
          </p:cNvPr>
          <p:cNvSpPr/>
          <p:nvPr/>
        </p:nvSpPr>
        <p:spPr>
          <a:xfrm>
            <a:off x="4264430" y="4089863"/>
            <a:ext cx="756458" cy="66501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B5CC7F-CB80-AD4B-8E8A-DD319E18E7FF}"/>
              </a:ext>
            </a:extLst>
          </p:cNvPr>
          <p:cNvSpPr txBox="1"/>
          <p:nvPr/>
        </p:nvSpPr>
        <p:spPr>
          <a:xfrm>
            <a:off x="2419004" y="2962029"/>
            <a:ext cx="15046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Strong convective overshoot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576C71-B7F9-6342-9FFC-FF4709D15D30}"/>
              </a:ext>
            </a:extLst>
          </p:cNvPr>
          <p:cNvSpPr txBox="1"/>
          <p:nvPr/>
        </p:nvSpPr>
        <p:spPr>
          <a:xfrm>
            <a:off x="6952212" y="5366083"/>
            <a:ext cx="15046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No overshooting here (resolution dependent?)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C7BF5C-5096-CF46-85E0-F3A51206345E}"/>
              </a:ext>
            </a:extLst>
          </p:cNvPr>
          <p:cNvSpPr/>
          <p:nvPr/>
        </p:nvSpPr>
        <p:spPr>
          <a:xfrm>
            <a:off x="7348451" y="3096491"/>
            <a:ext cx="673331" cy="66501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8B0CE9B-785D-F842-897D-500B6A5C136A}"/>
              </a:ext>
            </a:extLst>
          </p:cNvPr>
          <p:cNvCxnSpPr/>
          <p:nvPr/>
        </p:nvCxnSpPr>
        <p:spPr>
          <a:xfrm>
            <a:off x="3599411" y="3429000"/>
            <a:ext cx="665019" cy="6608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0E3BCA4-FBEA-2D49-BE18-201689320AD1}"/>
              </a:ext>
            </a:extLst>
          </p:cNvPr>
          <p:cNvCxnSpPr>
            <a:cxnSpLocks/>
          </p:cNvCxnSpPr>
          <p:nvPr/>
        </p:nvCxnSpPr>
        <p:spPr>
          <a:xfrm flipV="1">
            <a:off x="7556270" y="3576530"/>
            <a:ext cx="91439" cy="17895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29315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0EE3B-9AD4-AE4C-8EF7-D87BEE85D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Preliminary Exploration</a:t>
            </a:r>
          </a:p>
        </p:txBody>
      </p:sp>
      <p:pic>
        <p:nvPicPr>
          <p:cNvPr id="5" name="Picture 4" descr="A picture containing chart&#10;&#10;Description automatically generated">
            <a:extLst>
              <a:ext uri="{FF2B5EF4-FFF2-40B4-BE49-F238E27FC236}">
                <a16:creationId xmlns:a16="http://schemas.microsoft.com/office/drawing/2014/main" id="{9C562F7C-6C81-8148-8BC7-1CFE3FD5D62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99411" y="2633749"/>
            <a:ext cx="5087389" cy="2510999"/>
          </a:xfrm>
          <a:prstGeom prst="rect">
            <a:avLst/>
          </a:prstGeom>
        </p:spPr>
      </p:pic>
      <p:pic>
        <p:nvPicPr>
          <p:cNvPr id="7" name="Picture 6" descr="Chart, histogram&#10;&#10;Description automatically generated">
            <a:extLst>
              <a:ext uri="{FF2B5EF4-FFF2-40B4-BE49-F238E27FC236}">
                <a16:creationId xmlns:a16="http://schemas.microsoft.com/office/drawing/2014/main" id="{5EEB6D23-6073-244E-8B50-D56CE961911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0" y="3576530"/>
            <a:ext cx="5087388" cy="260441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FBBE6-1272-A340-901A-EEC3EE7EB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At sea-surface temperature 305 K</a:t>
            </a:r>
          </a:p>
          <a:p>
            <a:r>
              <a:rPr lang="en-US"/>
              <a:t>Qualitatively similar, but not the same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7374E8-790F-9A4C-9156-987D895722E0}"/>
              </a:ext>
            </a:extLst>
          </p:cNvPr>
          <p:cNvSpPr/>
          <p:nvPr/>
        </p:nvSpPr>
        <p:spPr>
          <a:xfrm>
            <a:off x="1435328" y="5070764"/>
            <a:ext cx="3136671" cy="40226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B5CC7F-CB80-AD4B-8E8A-DD319E18E7FF}"/>
              </a:ext>
            </a:extLst>
          </p:cNvPr>
          <p:cNvSpPr txBox="1"/>
          <p:nvPr/>
        </p:nvSpPr>
        <p:spPr>
          <a:xfrm>
            <a:off x="1276004" y="2962029"/>
            <a:ext cx="15046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No intermediate cloud layers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576C71-B7F9-6342-9FFC-FF4709D15D30}"/>
              </a:ext>
            </a:extLst>
          </p:cNvPr>
          <p:cNvSpPr txBox="1"/>
          <p:nvPr/>
        </p:nvSpPr>
        <p:spPr>
          <a:xfrm>
            <a:off x="6952212" y="5366083"/>
            <a:ext cx="15046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Several different cloud layers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C7BF5C-5096-CF46-85E0-F3A51206345E}"/>
              </a:ext>
            </a:extLst>
          </p:cNvPr>
          <p:cNvSpPr/>
          <p:nvPr/>
        </p:nvSpPr>
        <p:spPr>
          <a:xfrm>
            <a:off x="5527964" y="4089862"/>
            <a:ext cx="2294312" cy="50707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8B0CE9B-785D-F842-897D-500B6A5C136A}"/>
              </a:ext>
            </a:extLst>
          </p:cNvPr>
          <p:cNvCxnSpPr>
            <a:cxnSpLocks/>
          </p:cNvCxnSpPr>
          <p:nvPr/>
        </p:nvCxnSpPr>
        <p:spPr>
          <a:xfrm>
            <a:off x="2452255" y="3485249"/>
            <a:ext cx="490450" cy="18808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0E3BCA4-FBEA-2D49-BE18-201689320AD1}"/>
              </a:ext>
            </a:extLst>
          </p:cNvPr>
          <p:cNvCxnSpPr>
            <a:cxnSpLocks/>
          </p:cNvCxnSpPr>
          <p:nvPr/>
        </p:nvCxnSpPr>
        <p:spPr>
          <a:xfrm flipH="1" flipV="1">
            <a:off x="7182196" y="4397433"/>
            <a:ext cx="374074" cy="9686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2761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FF301-BA05-AC4C-BB2E-CF27B480D7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And that’s all!!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A5D1C4-E2FB-9146-B697-79A95A8658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Thanks for listening </a:t>
            </a:r>
            <a:r>
              <a:rPr lang="en-US" err="1"/>
              <a:t>haha</a:t>
            </a:r>
            <a:r>
              <a:rPr lang="en-US"/>
              <a:t> 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651635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asic" id="{6B73AA70-3F38-AD47-99DD-D3F638634AFE}" vid="{23B496B4-EE56-D649-AA6F-8E096AC7D69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8E816AC679FF4C86C22834E825BD05" ma:contentTypeVersion="1" ma:contentTypeDescription="Create a new document." ma:contentTypeScope="" ma:versionID="066e42d507d75a122d0db91dd470f30a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48c5b5cd9b8d25ff6dd15848836f4270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F099EF6-EB76-42DC-A350-28631BE45C9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53873B0-5F06-429B-87A1-B2C262B51C5E}">
  <ds:schemaRefs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</TotalTime>
  <Words>1111</Words>
  <Application>Microsoft Macintosh PowerPoint</Application>
  <PresentationFormat>On-screen Show (4:3)</PresentationFormat>
  <Paragraphs>167</Paragraphs>
  <Slides>36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Calibri</vt:lpstr>
      <vt:lpstr>Cambria Math</vt:lpstr>
      <vt:lpstr>Office Theme</vt:lpstr>
      <vt:lpstr>Exploring the Weak Temperature Gradiennt</vt:lpstr>
      <vt:lpstr>Outline</vt:lpstr>
      <vt:lpstr>The Weak Temperature Gradient Approximation</vt:lpstr>
      <vt:lpstr>The Weak Temperature Gradient</vt:lpstr>
      <vt:lpstr>The Weak Temperature Gradient</vt:lpstr>
      <vt:lpstr>The WTG Framework</vt:lpstr>
      <vt:lpstr>The WTG Framework</vt:lpstr>
      <vt:lpstr>The WTG Framework</vt:lpstr>
      <vt:lpstr>The WTG Framework</vt:lpstr>
      <vt:lpstr>Current Focus</vt:lpstr>
      <vt:lpstr>Current Focus</vt:lpstr>
      <vt:lpstr>Results</vt:lpstr>
      <vt:lpstr>Basic Model Configuration</vt:lpstr>
      <vt:lpstr>PowerPoint Presentation</vt:lpstr>
      <vt:lpstr>Basic Model Configuration</vt:lpstr>
      <vt:lpstr>Old Results Recap</vt:lpstr>
      <vt:lpstr>Old Results Recap</vt:lpstr>
      <vt:lpstr>Old Results Recap</vt:lpstr>
      <vt:lpstr>Old Results Recap</vt:lpstr>
      <vt:lpstr>Old Results Recap</vt:lpstr>
      <vt:lpstr>Old Results Recap</vt:lpstr>
      <vt:lpstr>New Results</vt:lpstr>
      <vt:lpstr>New Results</vt:lpstr>
      <vt:lpstr>Some relevant previous studies …</vt:lpstr>
      <vt:lpstr>Some relevant previous studies …</vt:lpstr>
      <vt:lpstr>Some relevant previous studies …</vt:lpstr>
      <vt:lpstr>Using lower spatial resolution</vt:lpstr>
      <vt:lpstr>Using lower spatial resolution</vt:lpstr>
      <vt:lpstr>Using lower spatial resolution</vt:lpstr>
      <vt:lpstr>Using lower spatial resolution</vt:lpstr>
      <vt:lpstr>Using lower spatial resolution</vt:lpstr>
      <vt:lpstr>Another Question …</vt:lpstr>
      <vt:lpstr>Another Question …</vt:lpstr>
      <vt:lpstr>Preliminary Exploration</vt:lpstr>
      <vt:lpstr>Preliminary Exploration</vt:lpstr>
      <vt:lpstr>And that’s all!!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Gradual Implementation of the WTG approximation in SAM</dc:title>
  <dc:creator>Wong, Nathanael Zhixin</dc:creator>
  <cp:lastModifiedBy>Wong, Nathanael Zhixin</cp:lastModifiedBy>
  <cp:revision>1</cp:revision>
  <cp:lastPrinted>2021-05-07T03:02:41Z</cp:lastPrinted>
  <dcterms:created xsi:type="dcterms:W3CDTF">2021-02-02T22:00:10Z</dcterms:created>
  <dcterms:modified xsi:type="dcterms:W3CDTF">2021-09-24T01:09:59Z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0x010100E28E816AC679FF4C86C22834E825BD05</vt:lpwstr>
  </property>
</Properties>
</file>